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188" r:id="rId2"/>
    <p:sldId id="2361" r:id="rId3"/>
    <p:sldId id="275" r:id="rId4"/>
    <p:sldId id="2283" r:id="rId5"/>
    <p:sldId id="277" r:id="rId6"/>
    <p:sldId id="2364" r:id="rId7"/>
    <p:sldId id="2363" r:id="rId8"/>
    <p:sldId id="2342" r:id="rId9"/>
    <p:sldId id="2334" r:id="rId10"/>
    <p:sldId id="2335" r:id="rId11"/>
    <p:sldId id="274" r:id="rId12"/>
    <p:sldId id="280" r:id="rId13"/>
    <p:sldId id="2301" r:id="rId14"/>
    <p:sldId id="2281" r:id="rId15"/>
    <p:sldId id="2313" r:id="rId16"/>
    <p:sldId id="2365" r:id="rId17"/>
    <p:sldId id="2367" r:id="rId18"/>
    <p:sldId id="2356" r:id="rId19"/>
    <p:sldId id="2369" r:id="rId20"/>
    <p:sldId id="2368" r:id="rId21"/>
    <p:sldId id="2357" r:id="rId22"/>
    <p:sldId id="2358" r:id="rId23"/>
    <p:sldId id="2359" r:id="rId24"/>
    <p:sldId id="2360" r:id="rId25"/>
    <p:sldId id="2366" r:id="rId26"/>
    <p:sldId id="2315" r:id="rId27"/>
    <p:sldId id="2316" r:id="rId28"/>
    <p:sldId id="2317" r:id="rId29"/>
    <p:sldId id="2318" r:id="rId30"/>
    <p:sldId id="2338" r:id="rId31"/>
    <p:sldId id="2370" r:id="rId32"/>
    <p:sldId id="328" r:id="rId33"/>
    <p:sldId id="2362" r:id="rId34"/>
    <p:sldId id="2355" r:id="rId35"/>
    <p:sldId id="2273" r:id="rId36"/>
    <p:sldId id="2272"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15" autoAdjust="0"/>
    <p:restoredTop sz="94660"/>
  </p:normalViewPr>
  <p:slideViewPr>
    <p:cSldViewPr snapToGrid="0">
      <p:cViewPr varScale="1">
        <p:scale>
          <a:sx n="92" d="100"/>
          <a:sy n="92" d="100"/>
        </p:scale>
        <p:origin x="322" y="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3-15T11:16:38.329"/>
    </inkml:context>
    <inkml:brush xml:id="br0">
      <inkml:brushProperty name="width" value="0.05" units="cm"/>
      <inkml:brushProperty name="height" value="0.05" units="cm"/>
    </inkml:brush>
    <inkml:brush xml:id="br1">
      <inkml:brushProperty name="width" value="0.05" units="cm"/>
      <inkml:brushProperty name="height" value="0.05" units="cm"/>
      <inkml:brushProperty name="color" value="#00A0D7"/>
    </inkml:brush>
    <inkml:brush xml:id="br2">
      <inkml:brushProperty name="width" value="0.05" units="cm"/>
      <inkml:brushProperty name="height" value="0.05" units="cm"/>
      <inkml:brushProperty name="color" value="#5B2D90"/>
    </inkml:brush>
  </inkml:definitions>
  <inkml:trace contextRef="#ctx0" brushRef="#br0">5550 955 8738,'67'-4'6313,"-66"4"-6259,-1 1 1,0-1-1,1 0 0,-1 0 0,1 0 1,-1 0-1,0 0 0,1 0 1,-1 0-1,0 0 0,1 0 0,-1 0 1,0 0-1,1 0 0,-1-1 0,0 1 1,1 0-1,-1 0 0,0 0 0,1 0 1,-1-1-1,0 1 0,1 0 0,-1 0 1,0 0-1,0-1 0,1 1 0,-1 0 1,0-1-1,0 1 0,1 0 0,-1 0 1,0-1-1,0 1 0,0 0 0,0-1 1,0 1-1,1 0 0,-1-1 0,0 1 1,0-1-55,-8-3 1399,-21 3-675,-51 12-220,56 0-419,-28 19 39,38-22-61,-1-1 0,1-1 0,-1 0-1,-1-1 1,1-1 0,-1 0 0,0-1-1,0 0 1,0-2 0,0 0 0,-7-1-63,0 2 44,-263 4 344,25 8-196,118-14-85,-29-9-107,-56-15 147,161 16-14,1 2 0,-1 3 1,-36 4-134,-80 3 269,-137-17-269,99-5 61,-309-45-5,409 52-11,-1 4 0,-36 7-45,-93 13 56,-34-7 0,-4-15-1,132-3 25,-125-26-80,169 27 62,-7 9-43,84 1-20,-125 8-21,19-1 29,135-5-3,1 0 1,-1 1 0,0 0-1,0 0 1,1 1-1,-1-1 1,1 1-1,0 1 1,-3 1-5,-46 19-2,-36 4-89,87-26 90,0-1 0,0 0 0,-1 0-1,1 0 1,0 0 0,-1 0 0,1-1 0,0 0 0,-1 0 0,1 0 0,-1-1 0,-2 0 1,-18 1 161,20 15-169,-10 39-8,11-44 16,1 1 0,0 0 0,0 0 0,1 0 0,1 0 0,0 1 0,0-1 0,1 1 0,3 115 8,-3-115-7,-3 69 22,6 60-23,4-48 7,21 189 10,-4-109 15,-7 2-32,17 110 23,19 24-15,-6-12-7,-19 11-1,9 10 1,9 182 77,-25-288 66,34 130-144,83 428 32,-125-660-58,-5 0 0,-5 0 0,-10 91 26,3-117-64,3 1-1,4 0 1,6 21 64,26 142-166,24 252-64,-37-188-460,-21-298 608,-1 1-1,0 0 1,0 0 0,-2 0-1,0-1 1,0 1 82,-11 63-694,11-71 377,2-7 130,-9-11-278,5-1-358,4 8-2186,0-7 1594</inkml:trace>
  <inkml:trace contextRef="#ctx0" brushRef="#br0" timeOffset="4793.5">5253 1133 2913,'-1'-8'6427,"16"1"-5263,-13 6-691,27-2 791,22 4-254,-24 6-207,-27-7-771,1 1 0,0-1 0,0 1-1,0-1 1,0 0 0,0 1 0,0-1-1,0 0 1,0 0 0,0 0 0,0 0-1,0 1 1,0-1 0,1-1 0,-1 1-1,0 0 1,0 0 0,0 0 0,0 0 0,0-1-1,0 1 1,0-1 0,0 1 0,0 0-1,-1-1 1,1 0 0,0 1 0,0-1-1,0 0 1,0 1 0,-1-1 0,1 0-1,0 0 1,-1 1 0,1-2-32,2-2 26,4-5 33,0-1 0,0 1 0,1 1 0,0-1 0,0 1 0,1 1 0,0-1-59,41-29 378,-49 36-376,0 1-1,-1-1 1,1 0-1,-1 0 1,0 1-1,1-1 1,-1 0-1,1 0 1,-1 1-1,0-1 1,0 0-1,1 0 1,-1 0-1,0 1 1,0-1-1,0 0 1,0 0-1,0 0 1,0 0-1,0 1 1,0-1-1,-1 0 1,1 0-1,0 0 1,0 1-1,-1-1 1,1-1-2,-3-10 2224,13 10-1835,53-9-283,35 3-4,-1 14 506,0 4-1,43 11-607,143 38 522,-244-50-503,1-1 1,-1-3-1,1 0 1,1-3 0,-1-2-1,23-2-19,120-15 36,-68 5 52,184-14 416,-271 19-554,-27-9 72,-1 15-12,0 1-6,0 0-16,0 0-4,-2 3-7,-15 107 31,13-55 15,2 0 1,2 0-1,3 0 0,6 26-23,-1-4 11,2 236 44,-10-244-46,0 82 16,0-3 78,17 142-103,62 149 352,-11-4-35,-35-170-253,-27-204-41,2 0-1,3-1 0,4 4-22,35 111 53,-14 18-12,-18-88 8,18 54-49,-22-108 9,15 49 22,13 98-31,24 193 25,-18-145 22,33 281 64,-47-288-102,-9 27-9,-19-185 0,5 0 0,2-1 0,4 0 0,13 30 0,57 166 0,-65-194-19,-3 0-1,-4 7 20,15 25-32,-2-38-37,-25-68 39,-3-7 21,1-1-1,-1 0 1,0 1 0,0-1 0,1 1 0,-1-1 0,0 0 0,0 1 0,1-1-1,-1 1 1,0-1 0,0 1 0,0-1 0,0 0 0,0 1 0,0-1 0,0 1-1,0-1 1,0 1 0,0-1 0,0 1 0,0-1 0,0 1 0,0-1 0,0 1-1,0-1 1,-1 1 0,1-1 0,0 0 0,0 1 0,0-1 0,-1 1 0,1-1-1,0 0 1,-1 1 0,1-1 0,0 0 0,-1 1 0,1-1 0,0 0 0,-1 0-1,1 1 1,-1-1 0,1 0 0,0 0 0,-1 1 0,1-1 0,-1 0 0,1 0-1,-1 0 1,1 0 0,-1 0 0,1 0 0,-1 0 0,1 0 0,-1 0 0,1 0-1,-1 0 1,1 0 0,0 0 0,-1 0 0,1-1 0,-1 1 0,1 0 0,-1 0-1,1 0 1,-1-1 9,1 1-56,-15 0-61,14 0 73,-5 0 56,1 0-1,0 0 1,-1 1-1,1-1 1,0 1-1,-1 0 1,1 0-1,0 1 1,-4 2-12,-54 14 72,-42-9 17,-16-9 267,-114-16-356,61-3 107,-88 5-107,-24-7 42,166 9-36,33 9 35,1 4 1,-79 10-42,-75 3 28,45-25-29,-38 1 21,-175 30 288,251-22-178,-29 0 37,-119 17-167,266-11 8,-318 41 24,224-27 0,-80-2-32,-120 16-16,162-19 16,99-9 1,0 3-1,-15 6 0,-126 23 15,-15-8-15,-173 19-24,162-17 24,185-22-17,-1-3 0,1-2 0,-1-3 0,-28-4 17,-132-22-156,189 22 197,-5 13 98,18-1-114,13-7-46,0-1-44,0 0-51,0 0-36,-12-8-567,-31-11 599,-27-16 92,21 20 44,-54 0-36,60 12-35,0 2-32,35 2 71,-1-1-1,1 0 1,0-1-1,0 0 1,-1 0-1,1-1 1,0 0-1,0 0 0,0-1 1,0 0 16,-48-21 29,55 24-22,1 0-1,0 1 1,-1-1-1,1 0 0,0 0 1,-1 0-1,1 0 0,0 0 1,-1-1-1,1 1 1,-1 0-1,1 0 0,0 0 1,-1 0-1,1 0 1,0 0-1,-1 0 0,1-1 1,0 1-1,0 0 1,-1 0-1,1-1 0,0 1 1,0 0-1,-1 0 1,1-1-1,0 1 0,0 0 1,-1 0-1,1-1 1,0 1-1,0 0 0,0-1 1,0 1-1,0 0 1,0-1-1,-1 1 0,1-1 1,0 1-1,0 0 0,0-1 1,0 1-1,0 0 1,0-1-7,1 1-11,-1 0-442,0 0-708,2-1-1080,9-4 882</inkml:trace>
  <inkml:trace contextRef="#ctx0" brushRef="#br0" timeOffset="6795.85">1293 7820 9018,'0'33'5037,"-9"-29"-3863,-63 11-769,-204-21 473,158 15-437,19 12-253,9 22-2035,74-39 293,3 3 665</inkml:trace>
  <inkml:trace contextRef="#ctx0" brushRef="#br0" timeOffset="28647.76">2481 3719 7154,'0'0'2900,"6"12"8016,12-3-8090,27 1-2777,-34-8-47,1 1-2,0-1 0,1 0 0,-1-1 0,0-1 1,1 0-1,0-1 0,86-19 19,-77 14-10,0 1-1,0 1 1,1 1-1,18 0-8,-6 2 4,0 0 0,1-3 0,-1 0 0,4-3-4,10-13-55,-49 20 57,0 0-1,0-1 0,-1 1 1,1 0-1,0 0 0,0 0 0,0 0 1,0 0-1,0 0 0,0 0 0,0 0 1,0 0-1,0 0 0,0-1 0,0 1 1,0 0-1,0 0 0,0 0 1,0 0-1,0 0 0,0 0 0,0 0 1,0 0-1,0-1 0,0 1 0,0 0 1,0 0-1,0 0 0,0 0 0,0 0 1,0 0-1,0 0 0,0-1-1,-1 1-11,-3 5-30,-17 47-31,-30 43 9,-11 15 16,-49 84-5,39-76-52,72-117 105,-1-1 3,1 0 1,-1 1-1,1-1 0,-1 1 0,1-1 0,0 1 0,0 0 1,-1-1-1,1 1 0,0-1 0,0 1 0,-1-1 0,1 1 1,0 0-1,0-1 0,0 1 0,0 0 0,0-1 0,0 1 0,0-1 1,0 1-1,0 0 0,0-1 0,1 1 0,-1-1 0,0 1 1,0 0-1,1-1 0,-1 1 0,0-1 0,0 1 0,1-1 1,-1 1-1,1-1 0,-1 1 0,0-1 0,1 1 0,-1-1 0,1 0 1,-1 1-1,1-1 0,-1 0 0,1 1 0,0-1 0,-1 0-4,62 14 112,-8-5-57,-45-8-42,-1-1 1,1 0-1,0-1 0,-1 0 1,1 0-1,-1 0 1,1-1-1,-1-1 0,0 1 1,0-2-1,0 1 0,3-2-13,5-2 13,-2 1-5,34-13 13,0-3 1,30-19-22,-65 33 0,-6 3 3,-1 0 0,1 1 0,0 0 0,0 1 0,1 0 0,-1 0-1,1 0 1,-1 1 0,1 0 0,0 0 0,0 1-3,30 4-92,-33 10-656,-3-1-2054,-6-11-1095,4-1 2786</inkml:trace>
  <inkml:trace contextRef="#ctx0" brushRef="#br0" timeOffset="30377.25">3790 4387 4865,'9'34'6916,"-9"-33"-6504,0-1-82,0 0 46,-9-3 2946,-1 0-2851,7 2-384,0 0-1,0-1 1,-1 1-1,1-1 1,0 0-1,0 0 1,1 0-1,-1 0 1,0 0-1,1 0 1,-1-1-1,1 0 1,0 1-1,0-1 1,0 0-1,0 0 1,0-1-87,-8-8 74,4 5-37,0-1 1,1 1 0,0-1-1,0 0 1,1 0 0,0-1-1,0 1 1,1-1 0,0 0-1,-1-5-37,-4-21 56,2 0 0,1 0 0,1 0 0,3-1-1,0 1 1,2 0 0,3-12-56,24-81 171,-27 126-157,0-1 0,0 0 0,0 0 0,1 0 0,-1 1 0,0-1 1,1 1-1,0-1 0,0 1 0,0 0 0,0 0 0,0-1 0,0 1 0,0 1 0,1-1 1,-1 0-1,1 0 0,-1 1 0,1 0 0,0-1 0,-1 1 0,1 0 0,0 0 1,0 1-1,0-1 0,0 0 0,0 1 0,0 0 0,0 0 0,0 0 0,0 0 0,0 0 1,0 1-1,-1-1 0,1 1 0,1 0-14,11 4-29,-1 1 1,1 0-1,-1 1 0,0 1 1,-1 0-1,0 1 0,0 0 1,-1 1-1,0 1 0,-1 0 1,0 0-1,-1 1 0,9 13 29,10 7-817,-21-23-319,-8-6 479</inkml:trace>
  <inkml:trace contextRef="#ctx0" brushRef="#br0" timeOffset="30800.25">3882 4148 7298,'5'-5'9512,"-21"10"-7395,-77 54-1100,-19 8-365,109-66-804,0 0-1,0 0 0,-1 0 0,1 0 0,-1-1 0,1 0 1,-1 0-1,1 0 0,0 0 0,-1 0 0,1 0 0,-1-1 1,1 0-1,-1 0 0,1 0 0,0 0 0,0 0 0,0-1 1,-1 1-1,1-1 0,1 0 0,-1 0 0,0 0 0,0 0 1,1-1-1,-1 1 0,1-1 0,0 1 0,0-1 0,-1 0 153,-5-12-1440</inkml:trace>
  <inkml:trace contextRef="#ctx0" brushRef="#br1" timeOffset="58861.67">6608 1556 5241,'69'87'2939,"-66"-84"-2877,-3-3-56,0 0-1,1 0 1,-1 0-1,0 0 1,1 0-1,-1 1 1,0-1-1,0 0 1,1 0-1,-1 0 1,0 1-1,0-1 1,1 0-1,-1 0 1,0 1-1,0-1 1,0 0-1,0 1 1,1-1-1,-1 0 1,0 0-1,0 1 1,0-1-1,0 0 1,0 1-1,0-1 1,0 0-1,0 1 0,0-1 1,0 0-1,0 1 1,0-1-1,0 0 1,0 1-1,0-1 1,0 0-1,0 1 1,-1-1-1,1 0 1,0 0-1,0 1 1,0-1-1,0 0 1,-1 1-1,1-1 1,0 0-1,0 0 1,-1 1-6,-14 11 228,-30-6 241,14-1 189,-36-14 737,6 19-331,-11 24-513,50-27-516,-1 0 1,0-2 0,-1-1-1,1-1 1,-19 0-36,17-1 19,-59 5 174,0-5 0,-45-4-193,46 0 174,1 4 1,-10 4-175,-46 2 24,9-12-24,45 3 2,1-4 0,0-4 1,-67-16-3,139 22 1,-59-14 18,-1 2 0,0 4 0,-20 1-19,-23 6 46,-74 12-13,122-6-64,0-3 1,-12-4 30,-134-15-184,-64 6 134,132-4 113,-135 3-63,159 11 8,60 0-8,0 4 0,-17 3 0,-44 5-1,-48-14-14,40-2 23,-40-20 108,4 30-101,-108-11-411,136-2 357,-75 6 167,85-4-71,25-10-305,16-4-416,11 4 25,-10 2 251,-60-17 215,94 16 218,7 8-44,-8-1-83,1 3-1,-43-1 83,55 9 31,27 6 111,7 13-134,-8 96 235,25 90 413,-20 191-756,5-206 647,-17 93-547,13-219 56,-4 14-75,4 0 0,3 0 0,4 1 0,2-1 0,8 29 19,12-3-343,5-1 0,30 71 343,-14-43 162,2 29-162,-19-36 642,4 70-642,-19-8 348,-13-51-35,15 132-313,4-107 75,18 7-4,-24-86-27,-3 0 1,-3 13-45,23 314 33,-27-329-121,-2-49-15,2-1 1,0 0-1,2 0 0,2 0 1,5 19 102,-2-24-71,2-1 0,1 0 0,1 0 0,9 12 71,25 49 88,-33-52 30,-1 1 0,-1 0 0,-2 0 0,-2 1 1,1 8-119,-6-15 40,-1 1 1,-1 0-1,-1-1 0,-2 1 1,0-1-1,-6 16-40,6-25-61,1-1 0,0 1 0,1 0-1,1 0 1,1 0 0,0 0 0,1 0 0,1 0-1,1-1 1,4 14 61,2-5-75,-1-5 76,-1 1-1,-1 0 1,0 1 0,-2 0 0,-1 0 0,1 19-1,-3 140 202,0-28-263,-2-104 61,-1-50 0,1 0 1,0 1-1,0-1 0,0 0 1,-1 0-1,1 0 0,0 1 1,0-1-1,-1 0 0,1 0 1,0 0-1,0 1 0,-1-1 1,1 0-1,0 0 0,-1 0 1,1 0-1,0 0 0,0 0 1,-1 0-1,1 0 0,0 0 1,-1 0-1,1 0 0,0 0 1,-1 0-1,1 0 0,0 0 1,-1 0-1,1 0 0,0 0 1,0 0-1,-1 0 0,1-1 1,0 1-1,-1 0 0,1 0 1,0 0-1,0 0 1,-1-1-1,1 1 0,0 0 1,0 0-1,0-1 0,-1 1 1,1 0-1,0 0 0,0-1 32,0 1-1,2-14 183,50-16-156,30-9-57,-3-2-1,33-17-1,-93 51-4,0 1 0,1 0 1,-1 2-1,16-2 5,-11 1-4,125-24-31,-88 15-48,1 2 0,12 2 83,94-17-118,-53-5 22,-2-4 0,23-15 96,-103 40-12,1 1 0,1 2 0,-1 2 0,7 0 12,-36 6 0,92-9 18,0 4 0,0 4 0,46 8-18,-118-6 1,460 39-36,-356-38 83,-3-2 154,-1 6-1,8 7-201,59 18 248,99 13-75,-166-37-210,125-8 37,35-10-140,-20-24 81,-93 17 84,1 7-1,6 8-24,-74 1-51,-30-2-88,0-4 0,49-11 139,7 2-56,-64 8 112,1 3-1,0 3 1,58 6-56,-37 6-6,0 4 0,26 10 6,-89-17-118,1-1 0,0-1 0,0-1 0,21-1 118,-21-7-88,9 2 70,-25 12 184,-20-16 209,19 25-254,27-2-284,-32-13 179,0-1-1,1 1 0,-1-1 0,1 0 1,-1-1-1,1 1 0,0-1 1,-1-1-1,1 1 0,0-1 1,0 0-1,0 0 0,2 0-15,-1 0 56,-5 0-48,17-8 156,-13-6-52,-1-23-7,-18-16-9,0 3-48,6 25 22,-1 0-1,-2 0 0,-11-21-69,-9-22 63,-19-77 41,5-23-17,-15 2-46,-31-51-9,31 53 8,-7-106 148,51 221-101,0-3 57,-2 1-1,-3 0 1,-8-12-144,-32-50 262,17 28-88,16 35-124,2-1-1,3-1 1,2-1 0,2-1 0,-1-12-50,-13-176 17,16-41-18,-16 2-14,-20-12 17,30 121 19,21 157-18,2-156 34,27-42-21,-24 179-13,-1-1 0,-2 1-1,-2-27-2,-20-41 8,18 93-6,-13-49 6,-30-58 6,30 59-13,3-1-1,-2-29 0,3 22-1,2 5-14,3-1 0,2-15 15,3 26-12,3 27-17,-2 0 0,0 0 1,-2 0-1,0 1 0,-2-1 0,-6-19 29,-32-72-270,-16-24 48,58 135-167,-4-8 865,4 3-5718,1 8 3976</inkml:trace>
  <inkml:trace contextRef="#ctx0" brushRef="#br1" timeOffset="60328.33">7363 6354 5761,'30'38'2559,"-29"-37"-2552,-1 1 0,1-1-1,-1 0 1,1 1 0,-1-1 0,0 0-1,0 1 1,0-1 0,1 1-1,-1-1 1,-1 1 0,1-1 0,0 0-1,0 1 1,0-1 0,-1 0-1,1 1 1,-1-1 0,1 0 0,-1 1-1,0-1 1,1 0 0,-1 0-1,0 1 1,0-1 0,0 0 0,0 0-1,0 0 1,0 0 0,0 0-1,0-1 1,0 1 0,-1 0-7,-46 25 113,5 1-130,2 2-1,1 3 0,-3 4 18,-67 52-392,78-65-102,-1-1 1,-1-2-1,-1-2 1,0-1 0,-32 10 493,19-23-2374,33-11 1662</inkml:trace>
  <inkml:trace contextRef="#ctx0" brushRef="#br1" timeOffset="60980.78">7057 6108 3769,'1'-1'152,"0"0"-1,0 0 1,0 0 0,0 0 0,0 0-1,-1 0 1,1 0 0,0 0 0,-1-1-1,1 1 1,0 0 0,-1 0 0,0-1-1,1 1 1,-1 0 0,0-1 0,0 1-1,1-1 1,-1 1 0,0 0 0,0-1-1,-1 1 1,1 0 0,0-1 0,0 1-1,-1-1 1,1 1 0,-1-1-152,-18-40 219,16 35 139,-26-41 110,28 48-463,0-1 0,0 0 0,0 1 0,0-1 0,0 1 0,0-1 0,0 1 0,0 0 0,0-1 0,0 1 0,0 0 0,0 0 0,0 0 0,0 0-1,0 0 1,0 0 0,0 0 0,0 0 0,-1 0 0,1 0 0,0 1 0,0-1 0,0 0 0,0 1 0,0-1 0,0 1 0,0-1 0,0 1 0,0-1 0,1 1 0,-1 0 0,0-1 0,0 1 0,0 0-1,1 0 1,-1 0 0,0 0 0,0 0-5,-40 33 58,2 2 0,1 2-1,2 1 1,1 2-1,-22 36-57,44-59 4,-138 170 19,6-37-416,127-128-304,16-22 235,5-10-502,23-21 925,89-111-248,-17-10-372,75-121-897,-129 206 524,-4-2 1,31-70 1031,-64 119-16,0 0-1,-1 0 1,-1 0 0,-1-1-1,-1 0 1,0 0 0,-1 0-1,-2 0 1,0-7 16,-3 8 1131,3 18-1086,0 1 0,-1 0-1,1 0 1,0-1 0,0 1 0,-1 0-1,1 0 1,0-1 0,0 1-1,-1 0 1,1 0 0,0 0-1,-1 0 1,1-1 0,0 1-1,-1 0 1,1 0 0,0 0-1,-1 0 1,1 0 0,0 0-1,-1 0 1,1 0 0,0 0-1,-1 0 1,1 0 0,-1 0 0,1 0-1,0 0 1,-1 0 0,1 1-1,0-1 1,-1 0 0,1 0-1,0 0 1,0 0 0,-1 1-1,1-1 1,0 0 0,0 0-1,-1 1 1,1-1 0,0 0-1,0 0 1,-1 1-45,-46 46 2059,-26 35-1088,-19 35-971,8-12 56,-304 323-5,386-426-51,-118 118-23,-6-6 0,-61 39 23,176-144-123,0-1 0,-1 0 0,-1-1 0,1 0-1,-9 3 124,20-10-75,1 0 47,0 0 1,0 0 0,0-1-1,0 1 1,0 0 0,1 0 0,-1 0-1,0-1 1,0 1 0,0 0 0,0 0-1,0-1 1,0 1 0,0 0 0,0 0-1,0 0 1,-1-1 0,1 1-1,0 0 1,0 0 0,0 0 0,0-1-1,0 1 1,0 0 0,0 0 0,0 0-1,-1-1 1,1 1 0,0 0 0,0 0-1,0 0 1,0 0 0,-1 0-1,1-1 1,0 1 0,0 0 0,0 0-1,-1 0 1,1 0 0,0 0 0,0 0-1,0 0 1,-1 0 0,1 0 0,0 0-1,0 0 1,0 0 0,-1 0 0,1 0-1,0 0 1,0 0 0,-1 0-1,1 0 1,0 0 0,0 0 0,0 0-1,-1 0 1,1 0 0,0 0 0,0 0-1,0 1 28,30-74-2507,11-1 1918</inkml:trace>
  <inkml:trace contextRef="#ctx0" brushRef="#br1" timeOffset="61296.1">6470 4917 6577,'0'2'102,"0"40"2058,-1-1-1,-7 36-2159,-17 40 451,-15 20-246,-32 23 188,-26 16 88,-221 287 439,238-353-828,-45 64 31,18-27-26,13-23-33,64-85-247,-1-1-1,-1-1 0,-2-2 0,-28 20 184,54-47-179,6-5-16,-1 0 1,0 0-1,0 0 1,0 0-1,0-1 1,-1 1-1,1-1 1,-1 0-1,1 0 1,-1-1-1,-3 1 195,8-1-42,0-1 1,-1 0-1,1 0 0,0 0 0,0 0 0,-1 0 0,1 0 1,0 0-1,0 0 0,-1 0 0,1 0 0,0 0 0,0 0 0,-1 0 1,1 0-1,0 0 0,0 0 0,-1 0 0,1 0 0,0 0 0,0 0 1,-1 0-1,1 0 0,0 0 0,0 0 0,-1-1 0,1 1 1,0 0-1,0 0 0,0 0 0,-1 0 0,1-1 0,0 1 0,0 0 1,0 0-1,0-1 0,0 1 0,-1 0 0,1 0 0,0 0 0,0-1 1,0 1-1,0 0 0,0 0 0,0-1 0,0 1 0,0 0 1,0-1-1,0 1 0,0 0 0,0 0 0,0-1 0,0 1 0,0 0 1,0 0-1,0-1 0,0 1 0,0 0 0,0 0 0,1-1 0,-1 1 1,0 0 41,11-20-1227,-10 19 1151,30-42-1220</inkml:trace>
  <inkml:trace contextRef="#ctx0" brushRef="#br1" timeOffset="61647.52">6569 4007 8242,'1'0'56,"-1"0"1,0 0-1,1 0 0,-1 0 1,1 0-1,-1 0 1,1 0-1,-1 0 1,1 0-1,-1 0 0,0 0 1,1 0-1,-1 0 1,1 1-1,-1-1 1,1 0-1,-1 0 0,0 0 1,1 1-1,-1-1 1,0 0-1,1 0 1,-1 1-1,0-1 0,1 0 1,-1 1-1,0-1 1,0 0-1,1 1 1,-1-1-1,0 1 0,0-1 1,0 0-1,1 1 1,-1-1-1,0 1 1,0-1-1,0 1 0,0-1 1,0 0-1,0 1 1,0-1-1,0 1 1,0-1-1,0 1 0,0-1 1,0 0-1,0 1 1,0-1-1,-1 1 1,1-1-1,0 1 0,0-1 1,0 0-1,-1 1 1,1-1-1,0 0 1,0 1-1,-1-1 0,1 0 1,0 1-1,-1-1 1,1 0-1,-1 1-56,-12 39-8,-3 0-1,-1 0 0,-21 34 9,11-21 120,-26 50 89,-21 20 12,-22 24-7,-26 30-18,-18 23-7,-431 668 426,452-699-555,19-23-65,23-25-113,16-18-143,23-19-242,25-58 256,8-15-18,0 0 0,0 0 1,1 0-1,1 1 1,0-1-1,0 3 265,5 7-1330,10-20-414,24-32-921,10-26 1468</inkml:trace>
  <inkml:trace contextRef="#ctx0" brushRef="#br1" timeOffset="62037.8">6947 5113 6601,'-1'1'34,"-20"26"685,2 0 0,1 1 0,2 1 0,0 0 0,2 2-719,-120 263 335,84-173 33,-6-4 0,-5-1 0,-27 32-368,-124 151 271,103-155-131,4-22-15,15-19-42,-24 34-166,63-60-266,28-40-331,23-37 647,0 0 9,0 0-1,0 0 1,1 0-1,-1-1 1,0 1 0,0 0-1,0 0 1,1 0 0,-1 0-1,0-1 1,0 1-1,1 0 1,-1 0 0,0 0-1,0 0 1,1 0-1,-1 0 1,0 0 0,0 0-1,1 0 1,-1 0 0,0 0-1,0 0 1,1 0-1,-1 0 1,0 0 0,0 0-1,1 0 1,-1 0 0,0 0-1,0 0 1,1 0-1,-1 0 1,0 1 0,0-1-1,1 0 1,-1 0-1,0 0 1,0 0 0,0 1-1,1-1 1,-1 0 0,0 0-1,0 0 1,0 1-1,0-1 1,0 0 0,0 0-1,1 1 1,-1-1 0,0 0-1,0 0 1,0 1-1,0-1 1,0 0 0,0 0-1,0 1 1,0-1-1,0 0 1,0 0 0,0 1-1,0-1 1,0 0 0,0 0-1,0 1 1,0-1-1,-1 0 1,1 0 0,0 1 24,6-3-215,-1-1 1,0 1-1,0-1 0,0 0 1,0-1-1,-1 1 1,1-1-1,-1 0 0,0 0 1,1-1 214,83-95-1852,-20 24 1406</inkml:trace>
  <inkml:trace contextRef="#ctx0" brushRef="#br1" timeOffset="62292.72">7081 5697 5401,'-11'52'2233,"-13"16"-993,-40 29-1544,-24 16-136,-20 32 56,-6 9 120,4-2 216,15-7 24,12-33-56,12-22-72,32-24-273,15-13-167,26-24-328,15-10-312,23-28 808</inkml:trace>
  <inkml:trace contextRef="#ctx0" brushRef="#br1" timeOffset="62803.78">6637 4101 8634,'-1'-9'3233,"-3"21"-2548,2-5-917,-27 73 523,-6-4 2,-24 41-120,-28 35-93,-45 43-66,-25 25-14,-198 258 0,-125 143-34,349-464-62,24-25-124,-159 237-1520,255-352 1511,0 1 0,0 0 0,2 1 0,0 0 0,2 1 0,0 0 229,4 1-905,3-20 885,1-1 0,-1 0 1,0 0-1,0 1 0,0-1 0,1 0 0,-1 0 0,0 0 0,0 0 0,1 0 0,-1 1 0,0-1 1,1 0-1,-1 0 0,0 0 0,0 0 0,1 0 0,-1 0 0,0 0 0,1 0 0,-1 0 1,0 0-1,1 0 0,-1 0 0,0 0 0,0 0 0,1 0 0,-1 0 0,0 0 0,1-1 1,-1 1-1,0 0 0,0 0 0,1 0 0,-1 0 0,0 0 0,0-1 0,1 1 0,-1 0 1,0 0-1,0-1 0,0 1 0,0 0 0,1 0 0,-1-1 0,0 1 0,0 0 0,0 0 1,0-1-1,0 1 0,0 0 0,0-1 0,0 1 0,0 0 0,1 0 0,-1-1 20,52-75-1221,-5-7 578,23-40 316</inkml:trace>
  <inkml:trace contextRef="#ctx0" brushRef="#br1" timeOffset="63161.84">6285 4411 5689,'0'-1'77,"0"0"-1,0 0 0,-1 0 1,1 0-1,0 0 1,-1 0-1,1 0 1,-1 0-1,1 0 0,-1 0 1,1 0-1,-1 1 1,0-1-1,1 0 1,-1 0-1,0 1 0,1-1 1,-1 0-1,0 1 1,0-1-1,0 1 0,0-1 1,0 1-1,0 0 1,1-1-1,-1 1 1,0 0-1,0-1 0,0 1 1,0 0-1,0 0 1,0 0-1,0 0 1,0 0-1,0 0 0,0 0 1,0 0-1,0 1 1,0-1-1,0 0 1,0 1-1,0-1 0,0 0 1,0 1-1,0-1 1,0 1-77,-22 20 361,-22 32 179,-25 34 47,-31 50-103,-24 37-151,-30 31-142,-18 17-57,-353 374 60,461-526-182,-114 122 22,21-30-2,24-24-6,-71 67-71,27-34-661,140-127-805,39-44 1469,-1-1-1,0 1 0,0 0 1,0 0-1,0-1 0,0 1 1,0 0-1,0 0 0,0-1 1,1 1-1,-1 0 0,0 0 1,0-1-1,0 1 0,0 0 1,0 0-1,0-1 0,-1 1 1,1 0-1,0 0 0,0-1 1,0 1-1,0 0 0,0 0 1,0-1-1,0 1 0,0 0 1,-1 0-1,1-1 0,0 1 1,0 0-1,0 0 0,0 0 1,-1-1-1,1 1 0,0 0 1,0 0-1,-1 0 0,1 0 1,0 0-1,0 0 0,0-1 1,-1 1-1,1 0 0,0 0 1,0 0-1,-1 0 0,1 0 1,0 0-1,-1 0 0,1 0 1,0 0-1,0 0 0,-1 0 1,1 0-1,0 0 0,0 0 1,-1 1-1,1-1 0,0 0 43,0-1-65,16-81-2165,0 34 1632,3 1 1,1 0-1,3 2 1,26-41 597,31-46-442</inkml:trace>
  <inkml:trace contextRef="#ctx0" brushRef="#br1" timeOffset="63435.62">5007 5305 2240,'99'-158'3140,"-87"118"-1703,-17 33-74,-4 19-440,3 3-677,-1 0 0,-1 0 0,0-1 0,-1 0 0,-3 2-246,3-3 109,-64 89 258,-37 47-239,-28 30-95,-137 158-58,-197 257-146,372-457 61,-46 52-432,72-80-703,64-84 176,10-25 1037,0 0 0,0 0 0,0 0 0,0 0 0,0 0 0,0 0 1,0 0-1,1 0 0,-1 0 0,0 0 0,0 0 0,0 0 0,0 0 0,0 0 0,0 0 0,0 0 0,0 0 0,0 0 0,0 1 0,0-1 0,1 0 0,-1 0 0,0 0 0,0 0 0,0 0 0,0 0 0,0 0 0,0 0 0,0 0 0,0 1 0,0-1 0,0 0 0,0 0 0,0 0 0,0 0 0,0 0 0,0 0 0,0 0 0,0 1 32,56-81-2527,-6 4 1950</inkml:trace>
  <inkml:trace contextRef="#ctx0" brushRef="#br1" timeOffset="63717.64">4501 5104 5561,'0'-1'92,"-1"1"1,1 0-1,0 0 0,-1-1 0,1 1 0,-1 0 0,1 0 1,-1 0-1,1 0 0,-1 0 0,1 0 0,-1-1 0,1 1 1,-1 0-1,1 1 0,-1-1 0,1 0 0,0 0 0,-1 0 1,1 0-1,-1 0 0,1 0 0,-1 0 0,1 1 0,-1-1 1,1 0-1,0 0 0,-1 1 0,1-1 0,-1 0 0,1 1 1,0-1-1,-1 0 0,1 1 0,0-1 0,0 0 0,-1 1 1,1-1-1,0 1 0,0-1 0,-1 1 0,1-1 0,0 1 1,0-1-1,0 0 0,0 1 0,0-1 0,0 1 0,0-1 1,0 1-1,0-1 0,0 1 0,0-1 0,0 1 0,0 0-92,-3 10 60,-45 82-66,-5-4 24,-16 28 64,-25 40-2,-85 110 14,-158 174-94,225-296-44,29-26-120,-31 55-669,67-86-902,45-72 94,16-25-167,8-14 660</inkml:trace>
  <inkml:trace contextRef="#ctx0" brushRef="#br1" timeOffset="64001.73">4221 5063 3433,'-2'5'4659,"-1"7"-4383,-29 81 1187,-9-2-945,-24 39-154,-30 30-129,-73 74-120,-26 11-115,-135 187-27,234-290 25,27-39 2,-1 2-441,-23 50 441,55-69-960,35-73-42,12-22-612,50-92-1790,-15 18 2688</inkml:trace>
  <inkml:trace contextRef="#ctx0" brushRef="#br1" timeOffset="64301.43">3520 5426 3289,'0'-1'3833,"4"2"-2296,-8 12-714,-15 42-604,-56 66-51,-13 20-32,-22 21-38,-297 359-19,378-486-75,-95 122 6,27-29-37,22-22-63,50-66-150,1 2 0,2 0 0,-15 41 240,22-49-381,43-89-1872,15-21 1188,31-31-201,14-17 593</inkml:trace>
  <inkml:trace contextRef="#ctx0" brushRef="#br1" timeOffset="64617.88">3313 5045 4601,'-13'15'3847,"0"7"-3539,8-13 23,-66 121 196,17-31-391,-57 68 47,52-81-139,-81 123-11,-186 260 19,228-320-63,20-32-137,-92 139-3255,164-243 2395,15-20-155,17-22 667</inkml:trace>
  <inkml:trace contextRef="#ctx0" brushRef="#br1" timeOffset="64903.15">2389 5556 6593,'-77'174'1729,"-33"10"-2577,0-8-81,8-28 361,6-14 424,21-24 392,11-11 0,26-24-168,23-9-40,2-29 56,13-13 24,9-22-360,4-15-184,33-37-904,14-18 776</inkml:trace>
  <inkml:trace contextRef="#ctx0" brushRef="#br1" timeOffset="65176.25">2521 4629 6713,'-29'84'2313,"-19"33"-1833,-36 50-864,-22 20-48,-23 17 200,-5-8 112,17-15-24,3-18-24,41-29-24,16-20 24,13-30 80,19-9-72,-1-34-281,15-6-127,18-34-680,8-15 48,24-30 40,10-26 527</inkml:trace>
  <inkml:trace contextRef="#ctx0" brushRef="#br1" timeOffset="65759.47">2204 5061 1320,'47'-280'939,"-27"137"-703,-18 109 82,-2 34-305,0 0 0,0-1 0,0 1 0,0 0 0,0-1 0,0 1 0,0 0 0,0 0 0,0-1 0,0 1 1,0 0-1,0-1 0,0 1 0,0 0 0,0-1 0,0 1 0,0 0 0,0-1 0,0 1 0,0 0 0,-1 0 1,1-1-1,0 1 0,0 0 0,0-1 0,0 1 0,-1 0 0,1 0 0,0 0 0,0-1 0,-1 1 0,1 0 1,0 0-1,0 0 0,-1-1 0,1 1 0,0 0 0,-1 0 0,1 0 0,0 0 0,-1 0 0,1 0 0,0 0 0,0 0 1,-1 0-1,1 0 0,0 0 0,-1 0 0,1 0 0,0 0 0,-1 0 0,1 0 0,0 0-13,-16 13 699,14-10-595,-12 12 253,1 1-1,1 1 1,0 0-1,1 0 1,-2 6-357,-4 8 301,-62 97 538,-28 30-431,-116 183-160,113-181-245,20-9 8,10-16 23,75-127-31,-30 48 40,2 1 1,3 2-1,3 1 0,-9 31-43,29-57-120,7-34 105,1 0-1,-1 0 1,0-1-1,1 1 0,-1 0 1,0 0-1,1 0 1,-1 0-1,1 0 1,-1 0-1,0 0 0,1 0 1,-1 0-1,0 0 1,1 0-1,-1 0 0,1 0 1,-1 0-1,0 0 1,1 0-1,-1 0 1,0 0-1,1 1 0,-1-1 1,0 0-1,1 0 1,-1 0-1,0 1 0,1-1 1,-1 0-1,0 0 1,0 1-1,1-1 0,-1 0 1,0 1-1,0-1 1,1 0-1,-1 1 1,0-1-1,0 0 0,0 1 1,0-1-1,0 0 1,0 1-1,1-1 0,-1 0 1,0 1-1,0-1 1,0 1-1,0-1 1,0 0 15,45-70-899,-34 48 715,34-63-347,110-234-1204,58-112-44,-129 276 1551,-37 70 336,8-14 1380,29-78-1488,59-213 3223,-40 155-1908,-92 211-1055,-11 24-249,0 0 0,1 0 0,-1 0 0,0 1 0,0-1 0,0 0 0,0 0-1,0 0 1,0 0 0,0 0 0,1 0 0,-1 0 0,0 0 0,0 0-1,0 0 1,0 0 0,0 0 0,0 0 0,1 0 0,-1 0 0,0 0 0,0 0-1,0 0 1,0 0 0,0 0 0,0 0 0,1 0 0,-1 0 0,0-1-1,0 1 1,0 0 0,0 0 0,0 0 0,0 0 0,0 0 0,0 0 0,1 0-1,-1 0 1,0 0-11,-4 17 273,-2 6-82,-2 0 1,-1-1 0,0 0-1,-5 6-191,3-6 96,-58 107 257,-34 41-171,-355 543-19,381-581-138,61-105-15,-16 29 44,2 1 0,-22 59-54,29-35-251,23-69-140,7-24-8,-6 11 373,34-71-1091,-3-1 0,3-17 1117,-24 61-516,-2 0-1,0 0 1,-2-1-1,-1 0 1,-2 0 0,0 0-1,-3-1 1,0 0 0,-2 1-1,-2-7 517,-8-13-523</inkml:trace>
  <inkml:trace contextRef="#ctx0" brushRef="#br1" timeOffset="66104.4">2177 3527 8522,'-6'9'4095,"1"8"-3732,2-4-254,-29 85-127,-16 52 82,-31 59-64,-154 297 22,137-314 49,-63 87-71,81-159 30,14-16-9,-30 44-69,44-67-343,50-81 358,0 1 1,0 0-1,0-1 0,-1 1 1,1 0-1,0-1 0,-1 1 1,1-1-1,0 1 0,-1 0 1,1-1-1,-1 1 0,1-1 1,-1 1-1,1-1 0,-1 0 1,1 1-1,-1-1 0,1 1 1,-1-1-1,0 0 0,1 0 1,-1 1-1,0-1 0,1 0 1,-1 0-1,0 0 0,1 0 1,-1 1-1,0-1 0,1 0 1,-1 0-1,0-1 0,0 1 33,11-64-1205,13-20 21,5 1 0,10-18 1184,30-59-2903,38-72 1505,41-58 728</inkml:trace>
  <inkml:trace contextRef="#ctx0" brushRef="#br1" timeOffset="66627.04">2188 3312 3041,'34'-83'4813,"-39"83"-2197,-63 87-1534,-177 258-702,-39 39-328,147-190-49,7-19-5,22-27-6,24-22-14,13-10-657,-34 80 679,96-170-338,9-26 332,0 0 0,0 0 0,0 0 0,0 1 0,0-1-1,0 0 1,0 0 0,0 0 0,0 1 0,0-1 0,0 0-1,0 0 1,0 0 0,0 1 0,1-1 0,-1 0 0,0 0 0,0 0-1,0 1 1,0-1 0,0 0 0,0 0 0,0 0 0,1 0-1,-1 0 1,0 1 0,0-1 0,0 0 0,0 0 0,0 0-1,1 0 1,-1 0 0,0 0 0,0 0 0,0 1 0,1-1 0,-1 0-1,0 0 1,0 0 0,0 0 0,1 0 0,-1 0 0,0 0-1,0 0 1,0 0 0,1 0 0,-1 0 0,0 0 0,0 0-1,0 0 1,1-1 0,-1 1 0,0 0 0,0 0 0,0 0 0,0 0-1,1 0 1,-1 0 0,0 0 0,0 0 6,23-22-319,2-8 160,-1-2-1,-1 0 1,-2-1 0,6-16 159,-1 4-96,3-5-6,278-497-616,-207 344 476,114-218-462,-214 419 701,112-234-1038,31-112 1041,-89 190-151,-11 27 79,6-25 89,-41 103 226,-14 50 156,-4 17-95,-55 103 541,-4-9-577,-27 26-111,-29 36-73,-163 218-7,150-200-98,16-29-83,21-26-82,29-27-135,52-75-82,1 1-1,1 1 1,-3 14 403,8-9-985,19-28-329,10-13 554</inkml:trace>
  <inkml:trace contextRef="#ctx0" brushRef="#br1" timeOffset="67004.69">2202 2572 1920,'55'-137'1023,"-46"109"-701,-2 0 0,0 0-1,-2-1 1,-1 0 0,0-25-322,-3 44 98,-1 1 0,-1 0 1,1 0-1,-2 0 1,1-1-1,-1 1 1,-1 0-1,1 1 0,-2-1 1,0-2-99,3 9 23,1 1 0,-1-1 1,0 0-1,0 0 0,0 0 0,0 1 0,0-1 1,0 0-1,-1 1 0,1-1 0,-1 1 1,1-1-1,-1 1 0,1 0 0,-1 0 0,0 0 1,1 0-1,-1 0 0,0 0 0,0 0 1,0 0-1,0 1 0,0-1 0,0 1 1,0 0-1,0-1 0,0 1 0,0 0 0,0 0 1,0 0-1,0 0 0,0 1 0,0-1-23,-4 2 42,0 1-1,1-1 0,-1 1 1,1 1-1,0-1 1,0 1-1,0-1 0,1 2 1,-1-1-1,1 0 0,0 1 1,0 0-42,-67 88 293,-23 48-83,-30 50-133,18-29-63,-430 678 12,464-725-62,-22 35-247,85-135 226,-16 43-243,25-58 295,1 0 1,-1 0-1,0 0 1,0 0 0,0 0-1,0 0 1,1 0-1,-1 0 1,0 0-1,0 0 1,0 0 0,0 0-1,1 0 1,-1 0-1,0 0 1,0 0-1,0 0 1,0 0 0,0 0-1,1 0 1,-1 0-1,0 1 1,0-1-1,0 0 1,0 0-1,0 0 1,0 0 0,1 0-1,-1 0 1,0 0-1,0 1 1,0-1-1,0 0 1,0 0 0,0 0-1,0 0 1,0 0-1,0 1 1,0-1-1,0 0 1,0 0 0,0 0-1,0 0 1,0 1-1,0-1 1,0 0-1,0 0 1,0 0-1,0 0 1,0 1 0,0-1-1,0 0 5,13-17-91,-11 15 77,71-117-302,-14 24 202,157-312-179,-148 264 226,-19 22 37,-49 119 29,9-18-9,-1 0 0,-2 0 0,1-1 1,-2 0-1,-1 0 0,-1-1 0,-1 1 0,0-1 0,-2-13 10,-4 7-343,-2 1 0,-1-1 0,-1 1-1,-3-6 344,6 18-298,-11-37-271</inkml:trace>
  <inkml:trace contextRef="#ctx0" brushRef="#br1" timeOffset="67446.96">1585 2220 2801,'2'-3'255,"-1"1"-38,0 0 0,0 1 0,0-1 0,0 0 0,1 0 0,-1 1 0,0-1 0,1 1 0,0-1 0,-1 1 0,1 0 0,0 0 0,0 0 0,0 0 0,-1 0 0,1 0 0,0 0 0,0 0 0,0 1 0,1-1 0,-1 1 0,0 0 0,0-1 0,0 1-217,-1 1 68,-1-1 0,1 0 0,-1 0 0,1 1 0,-1-1 0,1 0 0,-1 1 0,1-1-1,-1 0 1,1 1 0,-1-1 0,1 1 0,-1-1 0,0 1 0,1-1 0,-1 1-1,0-1 1,1 1 0,-1 0 0,0-1 0,0 1 0,0-1 0,0 1 0,1-1 0,-1 1-1,0 0 1,0-1 0,0 1 0,0 0 0,0-1 0,0 1-68,-25 67 581,22-63-569,-38 74 18,-23 27-56,-28 27-63,-50 47-898,-52 43 987,55-66-811,51-49 180,33-23 186,44-67 361,1 1 0,0 0 0,2 1 0,-7 19 84,8-7 4,8-32-6,-1-1 1,0 1-1,0 0 0,1 0 1,-1 0-1,0 0 1,1-1-1,-1 1 0,0 0 1,1 0-1,-1 0 0,0 0 1,1 0-1,-1 0 1,0 0-1,1 0 0,-1 0 1,0 0-1,1 0 0,-1 0 1,0 0-1,1 0 1,-1 0-1,0 1 0,1-1 1,-1 0-1,0 0 0,1 0 1,-1 0-1,0 1 1,0-1-1,1 0 0,-1 0 1,0 0-1,0 1 0,1-1 1,-1 0-1,0 0 0,0 1 1,0-1-1,0 0 1,1 1-1,-1-1 0,0 0 1,0 1-1,0-1 0,0 0 1,0 1-1,0-1 1,0 0-1,0 1 0,0-1 1,0 0-1,0 1 0,0-1 1,0 0-1,0 1 1,0-1-1,0 0 0,0 1 1,0-1-1,-1 0 0,1 1 1,0-1-1,0 0 1,0 0-1,-1 1 0,1-1 2,62-56-321,-9-12 184,21-23 51,220-317-165,-163 196 133,77-177 118,-193 359 9,-2 6 21,-1 0 0,-2 0 0,0-1 0,4-20-30,-12 40 7,-1 1 0,0 0 0,0-1 0,-1 1 1,1-1-1,-1 1 0,0-1 0,0 1 0,-1-1 0,1 1 0,-1-1 0,0 1 0,0 0 0,0-1 0,-1 1 1,0 0-1,1 0 0,-2 0 0,0-2-7,-13-16 26,-1 1 1,-1 1 0,-15-13-27,27 27 10,0-1-2,-1 1 0,1-1-1,-1 1 1,-1 1-1,1-1 1,-1 1-1,1 1 1,-2 0 0,1 0-1,0 0 1,-1 1-1,1 0 1,-1 1-1,0-1 1,0 2-1,0 0 1,0 0 0,0 0-1,0 1 1,-1 0-1,1 1 1,0 0-1,0 1 1,0 0-8,-79 35-206,-16 27-166,-15 39-174,23-7-112,4 4 0,4 5 0,5 2 0,2 9 658,11-11-410</inkml:trace>
  <inkml:trace contextRef="#ctx0" brushRef="#br1" timeOffset="67735.34">1506 1307 2921,'2'0'1464,"-4"5"-88,-17 25-1224,-8 19-128,-21 54-48,-18 23-328,-20 28 248</inkml:trace>
  <inkml:trace contextRef="#ctx0" brushRef="#br1" timeOffset="69435.7">3251 1934 5361,'8'1'496,"-5"0"-357,-1-1 0,1 0 1,0 0-1,0 1 1,0 0-1,0 0 1,0-1-1,-1 2 1,1-1-1,0 0 1,-1 0-1,1 1 1,-1 0-1,1-1 1,-1 1-1,0 0 1,0 0-1,0 0 0,0 0 1,0 1-1,0-1 1,-1 0-1,1 1 1,-1 0-1,1 0-139,0 2 95,0 0 0,-1 1 0,1-1 0,-1 0 1,0 1-1,-1-1 0,1 1 0,-1-1 0,0 1 0,-1-1 0,1 1 0,-1-1 0,0 1 0,-1-1 0,0 4-95,-12 28 83,-2-1-1,-1 0 1,-1-1-1,-3-1 1,0-1-1,-2-1 1,-7 5-83,28-34 3,-94 123-263,-5-4-1,-94 85 261,-58 29-1959,236-219 1594,1 1 0,0 0 0,1 1 0,1 1 1,-8 16 364,15-17-1254,34-65-94,-2 18 1457,1 2 0,1 0 0,1 2 0,1 2 1,2 0-1,25-13-109,-23 13 206,49-33 210,-1-3 0,-4-4 0,-2-3 0,10-18-416,87-113 171,-10-16-109,-115 138-48,-32 58-10,1 10 63,-21 18 522,-19 37-491,-26 30 234,-40 48-332,-20 15 79,-6-5 0,-6-5 0,-23 10-79,16-27-308,24-16-100,32-26 5,65-64 364,0 0 1,1 0-1,0 0 0,0 1 0,1 0 0,0 0 0,1 1 1,0-1 38,5-9 7,0-1 0,-1 1 0,1-1 0,0 0 0,0 1 1,-1-1-1,1 1 0,0-1 0,0 1 0,0-1 1,0 1-1,0-1 0,0 1 0,0-1 0,0 1 1,0-1-1,0 1 0,0-1 0,0 1 0,0-1 1,0 1-1,0-1 0,0 0 0,1 1 0,-1-1 1,0 1-1,0-1 0,1 1 0,-1-1 0,0 0 1,0 1-1,1-1 0,-1 0 0,0 1 0,1-1 1,-1 0-1,1 1 0,-1-1 0,0 0 0,1 0 0,-1 1 1,1-1-1,-1 0 0,1 0 0,-1 0 0,1 0 1,-1 0-1,1 1 0,-1-1 0,1 0 0,-1 0 1,1 0-1,-1 0 0,0-1 0,1 1 0,-1 0 1,1 0-1,-1 0 0,1 0 0,-1 0 0,1-1 1,-1 1-1,1 0 0,-1 0 0,0-1 0,1 1 1,-1 0-1,1 0 0,-1-1 0,0 1-7,0 0 1,11-2 105,0-1 0,-1 0 0,0-1 0,0 0 0,0 0 0,0-1 0,8-5-106,-8 4 64,77-45 311,28-30-83,16-22-62,20-30-86,15-14-68,132-154-77,-265 266-2,108-118-19,-24 10 8,-25 29 15,-21 21 34,15-25 266,-57 86 514,-27 37-319,-2 2-433,0 0 1,-1-1-1,0 1 0,0 0 0,-1-1 0,1 0 1,-1 1-1,-1-1 0,1 0 0,-2 2-63,2-3 23,-35 75 36,-25 33-153,-23 16-78,-59 66-740,-50 44 912,89-114-408,24-23-23,-23 39-264,53-62 435,51-79 263,-1 1 0,0 0-1,1-1 1,-1 1 0,1-1-1,-1 1 1,1 0 0,0-1 0,-1 1-1,1 0 1,-1-1 0,1 1-1,0 0 1,0 0 0,-1-1 0,1 1-1,0 0 1,0 0 0,0 0-1,0-1 1,0 1 0,0 0-1,0 0 1,0 0 0,0-1 0,1 1-1,-1 0 1,0 0 0,0-1-1,1 1 1,-1 0 0,0 0 0,1-1-1,-1 1 1,1 0 0,-1-1-1,1 1 1,-1-1 0,1 1 0,-1-1-1,1 1 1,0-1 0,-1 1-1,1-1 1,0 1 0,-1-1-1,1 0 1,0 1 0,0-1 0,-1 0-1,1 0 1,0 1 0,0-1-1,-1 0 1,1 0 0,0 0 0,0 0-1,0 0 1,-1 0 0,1 0-1,0-1 1,0 1 0,0 0-1,-1 0 1,1 0 0,0-1 0,0 1-3,123-45 670,-47 15-413,-1-3 0,35-22-257,-34 8 8,-3-4 0,-2-2 1,-3-4-1,-2-3 0,-2-3-8,53-57-38,151-140 15,-245 240 121,0 0 0,2 2 1,12-6-99,-35 21 66,1 1 0,-1-1 0,1 1 0,-1 0 0,1 0 1,0 1-1,0-1 0,0 1 0,0-1 0,0 1 0,0 1 0,0-1 1,1 0-1,-1 1 0,0 0 0,0 0 0,0 0 0,1 1 1,-1 0-1,0-1 0,0 1 0,0 1 0,0-1 0,0 0 0,0 1 1,0 0-1,-1 0 0,1 0 0,-1 0 0,1 1 0,-1 0 1,0-1-1,3 3-66,-5-2 5,0-1 0,0 0 1,0 0-1,0 0 0,0 0 1,-1 1-1,1-1 0,-1 0 1,1 1-1,-1-1 0,0 0 1,0 1-1,0-1 0,0 1 1,0-1-1,-1 0 0,1 1 1,-1-1-1,0 0 0,1 1 1,-2 0-6,-26 55-26,-27 29-10,-43 41 10,-26 24-1,-98 100-636,-117 94 663,234-249-329,-34 15-158,110-88 403,21-17 117,16-11 85,82-67 88,-3 2-188,25-22-90,30-24-222,24-18-190,182-183-760,-199 162 845,-26 13 201,-24 26 191,-16 21 79,-60 67 100,2 1 0,1 1 0,1 2 0,22-16-172,-16 23 953,-32 16-920,0 0 0,-1 0 0,1 0-1,0 0 1,0-1 0,0 1 0,-1 0 0,1 0 0,0 0 0,0 1 0,-1-1 0,1 0 0,0 0-1,0 0 1,-1 1 0,1-1 0,0 0 0,-1 0 0,1 1 0,0-1 0,-1 1 0,1-1 0,0 1-1,-1-1 1,1 1 0,-1-1 0,1 1 0,-1-1 0,1 1 0,-1 0 0,0-1 0,1 1 0,-1 0 0,0-1-1,1 1 1,-1 0 0,0 0 0,0-1 0,1 1 0,-1 0 0,0 0-33,-1 23 361,-6-4-320,-1 0-1,0-1 0,-1 0 0,-12 18-40,17-30 3,-62 108-11,-18 27-37,-133 181-162,53-108-344,-65 56 551,133-160-254,96-110 253,-19 30-25,19-31 27,-1 1-1,1-1 1,0 1 0,0 0 0,0-1 0,0 1 0,0 0 0,0-1 0,0 1 0,0-1-1,0 1 1,0 0 0,1-1 0,-1 1 0,0-1 0,0 1 0,1-1 0,-1 1 0,0 0-1,0-1 1,1 1 0,-1-1 0,1 0 0,-1 1 0,0-1 0,1 1 0,-1-1 0,1 1-1,-1-1 1,1 0 0,-1 1 0,1-1 0,0 0 0,-1 0 0,1 1 0,-1-1 0,1 0-1,-1 0 1,1 0 0,0 0 0,-1 0 0,1 0 0,0 0 0,-1 0 0,1 0 0,-1 0-1,1 0 0,5 0 5,0 0-1,0 0 1,0-1-1,-1 1 0,1-1 1,0-1-1,-1 1 0,1-1 1,-1 0-1,1 0 0,4-3-4,5-1 6,16-8 0,0-1 1,0-2 0,-2 0-1,22-18-6,59-53 14,279-284-12,-371 354-2,126-134 0,-17-6 3,-9 8 10,-24 19 6,-17 24 14,30-27 97,-65 88 118,-42 46-244,-1 0 1,1 0-1,0 1 1,-1-1 0,1 0-1,0 0 1,0 0-1,-1 1 1,1-1-1,0 0 1,0 1-1,0-1 1,0 0-1,-1 0 1,1 1-1,0-1 1,0 0-1,0 1 1,0-1 0,0 0-1,0 1 1,0-1-1,0 0 1,0 1-1,0-1 1,0 0-1,0 1 1,0-1-1,0 0 1,0 1-1,0-1 1,0 0-1,0 1 1,0-1 0,0 0-1,0 1 1,1-1-1,-1 0 1,0 0-1,0 1 1,0-1-1,1 0 1,-1 0-1,0 1 1,0-1-1,1 0 1,-1 0 0,0 1-1,1-1 1,-1 0-1,0 0 1,0 0-1,1 0 1,-1 0-1,0 0 1,1 1-1,-1-1 1,0 0-1,1 0 1,-1 0-1,0 0 1,1 0 0,-1 0-1,0 0 1,1 0-1,-1-1 1,0 1-1,1 0 1,-1 0-1,1 0-4,-7 18 39,-1 0-1,-1 0 1,0-1-1,-1 0 0,-8 10-38,-55 91 14,-24 28-22,-194 244-113,-17 23-72,231-299 31,-54 115 162,114-200-11,2 2 0,1 0 0,1 1 0,2 0 0,1 0 0,2 1 11,6-27-13,-1-3-21,2 1 0,-1-1-1,0 1 1,1-1 0,-1 1 0,1-1 0,0 1 0,0 0-1,1-1 1,-1 1 0,1-1 0,-1 1 0,1-1-1,0 1 1,1-1 0,0 3 34,-1-5-64,1 0 0,-1 0 1,1 0-1,-1 0 0,1 0 0,-1 0 0,1 0 1,0 0-1,-1-1 0,1 1 0,0-1 0,0 1 1,-1-1-1,1 0 0,0 0 0,0 0 1,0 0-1,-1 0 0,1 0 0,0 0 0,0 0 1,0-1-1,-1 1 0,1-1 0,0 1 0,-1-1 1,1 0-1,0 0 0,-1 0 0,1 0 0,0 0 64,53-28-1511,27-26 692</inkml:trace>
  <inkml:trace contextRef="#ctx0" brushRef="#br1" timeOffset="70420.66">6296 1971 5609,'2'5'423,"0"1"-97,0-1 1,-1 1 0,0 0-1,0 0 1,0 0-1,0 0 1,-1 0 0,0 0-1,-1 1-326,-1 9 194,-1 0-1,0 0 0,-2 0 1,0 0-1,0-1 0,-2 0 1,-5 11-194,-53 89 551,-25 34-147,-26 33-206,-151 234-76,-10 2-132,142-229-20,19-20-149,-78 149 179,119-179-112,-39 71-147,105-193 235,0 0 0,2 0 0,0 1-1,0 0 1,-3 18 24,10-34-4,-1-1-1,1 1 1,-1-1 0,1 1 0,-1-1-1,1 1 1,0-1 0,-1 1-1,1 0 1,0-1 0,0 1-1,0 0 1,1-1 0,-1 1 0,0-1-1,0 1 1,1-1 0,-1 1-1,1-1 1,0 1 0,-1-1-1,1 1 1,0-1 0,0 0 0,0 1-1,0-1 1,0 0 0,0 0-1,0 0 1,0 1 0,1-1-1,-1 0 1,0-1 0,1 1 0,-1 0-1,0 0 1,1-1 0,-1 1-1,1-1 1,-1 1 0,1-1 0,0 1-1,-1-1 1,1 0 0,-1 0-1,1 0 1,0 0 0,-1 0-1,1 0 1,-1 0 0,1-1 0,-1 1-1,1 0 1,1-1 4,9-3-51,0-1 0,0 0 1,0 0-1,-1-1 0,1-1 0,-2 0 1,1 0-1,6-7 51,-15 13-9,78-66-235,20-27-47,14-25-49,11-30-57,9-19-53,220-331-670,-289 404 995,68-99-56,-20 30 178,-21 34 142,1 2 593,-79 108-268,-11 15-45,-3 5-381,-4 5 264,-53 65 175,-11 13-265,-39 50-7,-23 43-27,-30 36-78,-195 261-23,182-247-59,27-20 4,25-29 5,36-44 10,59-89 5,1 1 0,-16 42-42,38-80 2,2-4-12,-1-1 0,1 1 0,-1 0 0,1 0 1,0 0-1,0 1 0,0-1 0,0 0 0,1 0 0,-1 0 0,1 1 0,0-1 0,0 0 1,0 1-1,0-1 0,1 0 0,-1 0 0,1 1 0,0-1 0,1 2 10,-2-4-13,1-1 1,0 1-1,0 0 0,-1-1 0,1 1 0,0-1 0,0 1 0,-1-1 1,1 0-1,0 1 0,0-1 0,0 0 0,0 0 0,0 1 1,0-1-1,0 0 0,0 0 0,-1 0 0,1 0 0,0 0 1,0 0-1,0 0 0,0-1 0,0 1 0,0 0 0,0 0 0,0-1 13,50-22-498,28-25-105,34-33 17,22-26 30,61-77-992,104-129 1548,189-247-427,-391 430 833,1-24 985,-75 117 145,-32 52-325,-75 99-375,-11 7-589,-38 47-106,-25 23-84,-346 406-147,365-428 62,42-30 24,34-27 18,36-31 36,13-22 2,12-57-55,1-1 1,0 1-1,-1 0 1,1-1-1,0 1 1,0 0-1,0-1 1,0 1-1,0 0 1,0 0-1,0-1 1,1 1-1,-1 0 1,1-1 0,-1 1-1,1-1 1,0 1-1,-1-1 1,1 1-1,0-1 1,0 1-1,0-1 1,0 0-1,0 1 1,0-1-1,1 0 1,-1 0-1,0 0 1,1 0-1,-1 0 1,1 0-1,-1 0 1,1 0-1,-1-1 1,1 1-1,-1-1 1,3 1 2,47-10-168,31-23-38,24-33 20,14-28 44,10-32 32,11-20 27,15-22 51,-8-5 0,82-130 32,-169 201 133,-11 7 314,-48 88-41,-10 21-126,-70 113 458,2-10-476,-128 180-168,4 2-508,-26 96-1815,165-292 1533</inkml:trace>
  <inkml:trace contextRef="#ctx0" brushRef="#br1" timeOffset="70947.16">4080 1894 9242,'-59'9'4378,"24"4"-4427,1 1-1,0 1 1,-9 7 49,-55 33-42,8 0-113,3 4 0,-6 10 155,-205 179-920,268-221 768,-71 61-1383,-29 15 1535,19-27-1124,66-47-142,0-2 0,-22 7 1266,21-17-1308,45-16 1241,-1-1 1,1 0-1,0 1 0,-1-1 0,1 0 0,0 0 0,-1 0 1,1 0-1,0 0 0,-1 0 0,1 0 0,0 0 0,-1 0 1,1-1-1,0 1 0,0-1 0,-1 1 0,1-1 1,0 1-1,0-1 0,0 0 0,0 1 0,0-1 0,-1 0 1,1 0-1,1 0 0,-1 0 0,0 0 0,0 0 0,0 0 1,0 0-1,1 0 0,-1 0 0,1 0 0,-1-1 0,1 1 1,-1-1 66,8-35-588</inkml:trace>
  <inkml:trace contextRef="#ctx0" brushRef="#br1" timeOffset="71504.92">2892 2423 2112,'216'-305'2726,"-195"277"-2535,0-1-1,-2-1 1,-1 0-1,-1-1 0,-2-1 1,-1-1-1,-2 0 1,-1 0-1,5-31-190,-14 54 136,-1 0 0,0 0 1,0 0-1,-1-1 0,-1 1 0,0 0 0,0 0 1,-2-4-137,2 11 54,0 0 0,-1 0 1,1 0-1,-1 1 0,0-1 1,0 0-1,0 1 0,0 0 1,0-1-1,0 1 0,0 0 1,-1 0-1,0 0 0,1 0 1,-1 1-1,0-1 0,0 1 1,1-1-1,-1 1 0,0 0 1,-1 0-1,1 0 0,0 1 1,0-1-1,0 1 0,0 0 1,0 0-1,-1 0 0,1 0 1,0 0-1,0 1 0,0-1 1,0 1-1,0 0 0,-1 0-54,-15 5 153,1 0-1,0 1 1,0 1-1,1 1 0,0 0 1,1 1-1,-13 10-152,-132 99 99,-54 57-99,76-56-445,-94 99-917,148-139 780,-17 18-20,80-79 587,23-19 18,-1-1 0,0 1 0,0 0 0,0 0 0,0 0 0,0 0 0,0 0 0,0-1 0,0 1 0,0 0 0,0 0 1,0 0-1,0 0 0,0 0 0,0-1 0,0 1 0,0 0 0,0 0 0,0 0 0,0 0 0,0 0 0,0-1 0,0 1 0,0 0 0,0 0 0,0 0 0,0 0 0,0 0 0,0-1 0,0 1 0,0 0 0,0 0 0,0 0 1,-1 0-1,1 0 0,0 0 0,0 0 0,0-1 0,0 1 0,0 0 0,0 0 0,0 0 0,-1 0 0,1 0 0,0 0 0,0 0 0,0 0 0,0 0 0,0 0 0,-1 0 0,1 0 0,0 0 0,0 0 0,0 0 0,0 0 1,-1 0-1,1 0 0,0 0 0,0 0 0,0 0 0,0 0 0,0 0 0,-1 0 0,1 0 0,0 0 0,0 0 0,0 0-3,1-9 93,1-1 0,1 1 0,-1-1 0,1 1 0,1 0 0,0 0 0,0 0 0,2-1-93,-5 6 28,30-48 177,2 1 0,1 2 0,3 1 0,3 1 0,11-7-205,20-28 69,66-80 956,52-88-1025,-165 212 612,-24 38-585,-1 0 0,1 0 0,0 0 0,0 0 0,-1 0 0,1 0 0,0 0-1,0 0 1,-1 0 0,1 0 0,0-1 0,0 1 0,-1 0 0,1 0 0,0 0-1,0 0 1,0-1 0,-1 1 0,1 0 0,0 0 0,0 0 0,0-1-1,0 1 1,-1 0 0,1 0 0,0-1 0,0 1 0,0 0 0,0 0 0,0-1-1,0 1 1,0 0 0,0-1 0,0 1 0,0 0 0,0 0 0,0-1 0,0 1-1,0 0 1,0-1-27,-82 55 559,-293 251-272,203-181-644,-5-8 0,-27 4 357,189-111-11,-1-1 0,0 0 0,0-1-1,0-1 1,-1 0 0,0-1 0,-6 0 11,19-4-14,0 0 1,0 0 0,0 0 0,0-1-1,0 1 1,0-1 0,-1 0-1,1-1 1,0 1 0,0-1 0,0 0-1,0 0 1,0 0 0,0 0 0,0-1-1,0 1 1,0-1 0,1 0-1,-1 0 1,1-1 0,-1 1 0,0-2 13,-3-2-89,0-1 0,0 0 0,1-1 0,0 1 0,1-1 0,0-1 0,0 1 0,1 0 0,-1-1 0,2 0 0,0 0 0,0 0 0,0-1-1,1-2 90,-3-14-399,1 0-1,2 0 1,1 0-1,1-20 400,5-37-2159,14-72 2159,-17 133 227,-2 22-210,0 1 1,0-1-1,0 0 0,0 0 0,0 1 0,0-1 0,0 0 1,0 0-1,0 0 0,-1 1 0,1-1 0,0 0 0,0 0 0,0 1 1,0-1-1,0 0 0,0 0 0,0 0 0,-1 1 0,1-1 1,0 0-1,0 0 0,0 0 0,0 1 0,-1-1 0,1 0 1,0 0-1,0 0 0,0 0 0,-1 0 0,1 0 0,0 0 0,0 0 1,-1 1-1,1-1 0,0 0 0,0 0 0,-1 0 0,1 0 1,0 0-1,0 0 0,-1 0 0,1 0 0,0 0 0,0 0 0,0-1 1,-1 1-1,1 0 0,0 0 0,0 0 0,-1 0 0,1 0 1,0 0-1,0 0 0,0-1 0,-1 1 0,1 0 0,0 0 1,0 0-1,0 0 0,0-1 0,-1 1 0,1 0-17,-22 38 1115,5-16-714,-1 0 1,-1-1-1,-1 0 1,-5 3-402,-3 1-18,-1-2 0,0 0 0,-2-2 0,-1-1 0,0-2 0,-1-1 0,-22 7 18,-57 11-176</inkml:trace>
  <inkml:trace contextRef="#ctx0" brushRef="#br0" timeOffset="80778.58">8252 3754 3409,'0'-1'62,"0"1"0,0-1 0,0 0 1,0 0-1,0 0 0,0 0 0,0 0 1,0 1-1,-1-1 0,1 0 0,0 0 0,-1 0 1,1 0-1,0 1 0,-1-1 0,1 0 1,-1 1-1,1-1 0,-1 0 0,0 1 1,1-1-1,-1 0 0,0 1 0,1-1 0,-1 1 1,0-1-1,1 1 0,-1 0 0,0-1 1,0 1-1,0 0 0,0-1 0,1 1 1,-1 0-1,0 0 0,0 0 0,-1 0-62,-2-2 114,-2 0-264,0-1-1,0 2 1,1-1 0,-1 1-1,0 0 1,-1 0-1,1 1 1,0-1 0,0 1-1,0 1 1,0-1-1,0 1 1,0 0 0,0 0-1,0 1 1,0 0-1,1 0 1,-4 2 150,8-4 713,1 0 414,0 0 440,0 0 111,0 0-143,0 0-247,0 0-423,0 0-313,0 0-316,0 0-160,0 0-86,0 0-14,0 0 30,0 0 30,0 0 45,0 0 56,0 0 54,0 0 21,0 2 20,17 101 398,-17-96-595,1 0 1,-2 0 0,1 0-1,-1 0 1,0 0 0,0 0-1,-1-1 1,-1 4-36,0 0 35,-10 32 111,-3 0 1,-1 0 0,-15 25-147,10-29 39,-1-2 0,-1-1 0,-2-1 0,-15 15-39,23-29 9,10-10-4,0 0 0,-1-1 0,0 0 1,0-1-1,-1 0 0,-6 4-5,-6-5-117,22-7 182,0 0 12,0 0 2,0 0-6,0 0-2,9-1 72,77-2 75,-76 4-160,0 0 0,0 0 0,-1 1 0,1 1 0,-1 0 0,0 0 0,0 1-1,0 0 1,0 0 0,0 1 0,-1 0 0,7 6-58,2 0 114,33 23 218,-2 1 0,31 31-332,-17 4-519,-18-22-1439,-37-39 1185,-6-7-4572,-2-4 3978</inkml:trace>
  <inkml:trace contextRef="#ctx0" brushRef="#br0" timeOffset="81278.56">8120 4290 10626,'0'-2'4161,"0"0"-2665,0 0-1223,0 2-498,11 2 25,0 0-72,-2 1-120,0 1-344,1 0-224,-5-2-920,1-1-1161,-6-1 1961</inkml:trace>
  <inkml:trace contextRef="#ctx0" brushRef="#br0" timeOffset="81551.43">8490 4222 12707,'17'13'4601,"1"9"-2697,1-8-2816,-10-6-352,-9-7-129,2-1-167,-2 0-648,0 0-729,0-1 1961</inkml:trace>
  <inkml:trace contextRef="#ctx0" brushRef="#br0" timeOffset="81817.69">8877 4275 10986,'26'11'4401,"-2"7"-2832,-4-5-1561,-13-4-1169,-1-3-431,-6-3 1104</inkml:trace>
  <inkml:trace contextRef="#ctx0" brushRef="#br0" timeOffset="82008.06">9072 4326 13211,'146'72'4593,"-127"-50"-3961,-5-2-848,-6-15-664,-3-1-433,4-4-1423,-9-2-1145,0 0 2385</inkml:trace>
  <inkml:trace contextRef="#ctx0" brushRef="#br0" timeOffset="82268.76">9464 4330 13467,'18'18'4297,"56"45"-4409,-56-51-584,-9-6-601,-2-6-399,6-13 1032</inkml:trace>
  <inkml:trace contextRef="#ctx0" brushRef="#br0" timeOffset="82269.76">9752 4262 12419,'29'28'4569,"0"-3"-2953,-5-5-1928,-9-7-312,-10-5-665,5-8-935,-7-10 1368</inkml:trace>
  <inkml:trace contextRef="#ctx0" brushRef="#br0" timeOffset="82585.95">10082 4275 10298,'33'29'4505,"0"10"-2056,2-4-1985,-19-17-1016,-1-7-208,-8-6-593,-1-5-343,3-1-2049,-9-1 2401</inkml:trace>
  <inkml:trace contextRef="#ctx0" brushRef="#br0" timeOffset="82586.95">10282 4264 9618,'-57'-46'4553,"71"64"-1544,-1 3-1993,4 1-1096,-8 0-208,-7-6-560,3-3-457,3-6 769</inkml:trace>
  <inkml:trace contextRef="#ctx0" brushRef="#br0" timeOffset="83310.48">10249 3593 9050,'-50'-6'3403,"37"6"-966,14 3-2055,1 0 487,2 5-808,24 29 42,-17-27-101,-4-3-3,1 1 0,1-1-1,-1 0 1,1-1 0,1 0-1,-1 0 1,1-1 0,3 1 1,129 39-28,-15-10 182,-48-14 3,0 3-1,-2 3 0,7 7-156,116 67 601,-191-97-581,0 1 0,0 1 0,0-1 1,-1 2-1,1-1 0,-2 1 0,1 0 0,-1 0 0,0 1 0,0 0 0,-1 1 0,1 0-20,-3 0-13,0-1-1,0 1 0,-1 0 0,0 0 0,-1 0 0,0 1 0,0-1 1,-1 0-1,0 1 0,-1-1 0,0 1 0,0-1 0,-1 1 0,-1-1 0,1 1 1,-1-1-1,-1 0 0,0 0 0,0 0 0,-1 0 0,0-1 0,0 1 0,-1-1 1,0 0-1,-5 6 14,-127 143-28,80-78 58,31-41 0,-1-2 1,-2 0-1,-32 30-30,36-45-16,0-1 0,-1-1 0,0-1 0,-2-2 0,-11 5 16,-145 60-153,151-66 98,1 0 0,0 2 0,1 1 0,0 3 55,-38 16-3013,53-28 2017</inkml:trace>
  <inkml:trace contextRef="#ctx0" brushRef="#br0" timeOffset="87273.77">11913 1202 6521,'-9'-53'3748,"6"42"-3651,0 0 0,-1 0 0,0 1 0,-1 0 0,0 0 0,0 0 0,-1 0 0,0 1-1,-1 0 1,-1-1-97,-14-17 379,22 26-354,-1 1 0,1 0 0,0 0 0,-1-1 0,1 1 0,0 0 0,-1 0 0,1 0 0,0-1 0,-1 1-1,1 0 1,0 0 0,-1 0 0,1 0 0,0 0 0,-1 0 0,1 0 0,0 0 0,-1 0 0,1 0 0,-1 0 0,1 0 0,0 0 0,-1 0 0,1 0 0,0 0-1,-1 0 1,1 0 0,0 1 0,-1-1 0,1 0 0,0 0 0,-1 0 0,1 1 0,0-1 0,-1 0 0,1 0 0,0 1 0,0-1 0,-1 0-25,-7 74 414,-4 26-270,5 95 65,5 603 676,23 138 66,21-451-1004,25-39-364,-29-154 292,-15-85 131,-9 1 0,-8 63-6,-16 84 45,9-33-101,6-260 9,3 0 0,2 0 0,3-1 0,3-1-1,20 47 48,-7-21 189,-3 1-1,-4 2 1,9 77-189,-29-152 13,0 1 1,-1-1 0,-1 0-1,0 0 1,-1 1-1,0-1 1,-1 0 0,-1 0-1,0 0 1,-5 11-14,-25 27-40,26-34 54,3-9-33,1 0-1,-1 0 1,2 0 0,-1 0 0,1 0 0,1 0 0,-1 1-1,2-1 1,-1 7 19,2-14 5,-1-1-1,0 1 1,1-1 0,0 1-1,-1-1 1,1 1-1,0-1 1,0 0 0,0 1-1,0-1 1,0 0-1,0 0 1,0 0 0,0 0-1,0 0 1,1 0-1,-1 0 1,0 0 0,1 0-1,-1-1 1,1 1-1,0 0-4,6 4 201,-7-5-60,-1 0-29,0 0-43,0 0-77,0 0-54,2 9-149,8 59 8,0-20 199,50 120 547,-51-148-598,-8-19 25,5-3 15,45-1 184,35 4 205,21 15 274,-83-10-610,0-1 0,0-1 0,1-1 0,-1-1 1,9-1-39,74-2 72,119 2 682,19 10-754,-180-2 246,0 2 0,22 9-246,32 6 250,-65-16-133,0-2 1,28-1-118,-31-6 1,0-3 0,0-2 1,-1-2-1,0-2 0,16-7-1,310-79-48,38 12 72,-348 72 11,0 4 0,1 2 0,-1 3 0,49 7-35,-48 2 105,-1 4 0,34 12-105,-20 1 210,-2 4 0,62 32-210,0 0 156,-61-30-145,1-4 0,1-3 0,2-4-1,0-4 1,0-3 0,5-4-11,216 6-51,-164-12 90,0 6 0,0 6 0,14 9-39,-27 9 376,47 20-376,-88-23 105,2-5 1,1-3-1,82 9-105,-115-27-57,-1-1 0,0-3 0,1-3 0,43-7 57,352-64-18,-382 62 67,0 3-1,0 3 1,9 3-49,40 19 250,-113-13-166,-5-4-51,-1-6-42,22-3 17,-13 7 10,0-1 0,0 0 0,0 0 0,0-1 0,-1 0-1,0 0 1,0-1 0,4-3-18,10-12 9,20-24-1,-14 6 16,-18 24 1,0 0 0,-1 0-1,-1-1 1,-1 0-1,4-14-24,16-57 142,-9-20 99,1-92-241,-1 13 143,16-139 614,-10-218-757,-21 258 202,-12-498-1,-46 101-169,40 514-33,1-54-39,9-1 1,11-33 39,16-811-474,-21 932 357,5 1 0,7-1-1,23-105 118,-34 235-2,13-58-36,-2 0-1,-4-1 1,0-46 38,-8 58-155,-3 0 0,-3 0 0,-1 1 0,-3 0 0,-12-36 155,-54-140-296,76 225 306,-1 0 1,1 0-1,-1 1 0,1-1 1,-1 0-1,0 1 0,1-1 1,-1 0-1,0 1 0,0-1 1,0 1-1,0 0 0,-1-1 1,1 1-1,0 0 0,-1 0 1,1-1-1,0 1 0,-1 0 1,1 1-1,-1-1 0,0 0 1,1 0-1,-1 1-10,-123-40-57,30 13 41,79 23 37,1 1 1,-1 0-1,1 1 0,-1 1 1,0 0-1,1 1 1,-7 2-22,-14-2 24,-202-10 50,-147-44 75,266 35-127,0 5 0,0 5 0,-28 6-22,-170 24 21,287-18-20,-140 8 25,-32-8-26,128-3 8,-101-3-2,-227-8 10,117 3 2,48 19 25,1 11 0,-62 19-43,292-40 2,-187 28 27,-2-9 0,0-8 1,-89-10-30,-146-42 24,274 23-8,-1 6 0,-1 7 0,-150 17-16,-15 25-66,-9 8-234,255-35 256,1-4 1,-1-3-1,0-4 0,0-3 0,-37-7 44,-48-10-116,132 15-1173,1-2-1,-1 0 0,1-2 0,-23-11 1290,7 2-950</inkml:trace>
  <inkml:trace contextRef="#ctx0" brushRef="#br0" timeOffset="156000.89">12775 2048 6993,'-39'26'2790,"20"-19"741,13-6 2693,29-2-5346,13 1-672,0 1 0,0 2 0,19 5-206,14 3 434,3 1 110,0-4-1,19-2-543,67-4-49,-149-5-57,-18 3-689,-25 16 700,-94 78 3,99-74 51,0 1-1,2 1 1,1 2 0,-16 17 41,22-17-12,1 1 0,1 1 0,1 0 1,2 1-1,-12 27 12,24-48 30,0 1 1,1-1 0,-1 1-1,1 0 1,1 0 0,-1 0-1,1 0 1,0 0-1,1 0 1,0 0 0,0 0-1,0 1 1,1-1-1,0 0 1,0 0 0,1 0-1,0-1 1,0 1-1,1 0 1,1 3-31,0-5 52,0 1 0,1 0 0,-1-1 0,1 0 0,0 0 1,0 0-1,1-1 0,0 0 0,-1 0 0,1 0 0,1 0 0,-1-1 0,0 0 0,1-1 0,0 0 0,5 2-52,5 0 43,0-1-1,0-1 1,0-1-1,1 0 1,-1-1-1,4-1-42,-5 0-64,0 0 0,0-1 0,0-1 0,-1-1 0,1 0 0,-1-1 0,0-1 0,0 0 0,-1-1 0,0 0 0,0-1 0,0-1 0,3-4 64,85-87-1074,-80 77 797,42-28-399,-59 49 603,-5 1 53,0 0 0,0 1 0,1-1 0,-1 1 1,0-1-1,0 1 0,1 0 0,-1-1 0,1 1 0,-1-1 0,0 1 0,1 0 1,-1-1-1,1 1 0,-1 0 0,1-1 0,-1 1 0,1 0 0,-1 0 0,1-1 0,-1 1 1,1 0-1,-1 0 0,1 0 0,0 0 0,-1 0 0,1 0 0,-1 0 0,1 0 1,-1 0-1,1 0 0,0 0 0,-1 0 0,1 0 0,-1 1 0,1-1 0,-1 0 0,1 0 1,-1 1-1,1-1 0,-1 0 0,1 0 0,-1 1 0,1-1 0,-1 1 0,0-1 1,1 0-1,-1 1 0,0-1 0,1 1 0,-1-1 0,0 1 0,1-1 0,-1 1 0,0-1 1,0 1-1,0-1 0,1 1 0,-1 0 0,0-1 0,0 1 0,0-1 20,8 122-5838,1-64 4349</inkml:trace>
  <inkml:trace contextRef="#ctx0" brushRef="#br0" timeOffset="156615.82">13889 2552 4729,'1'-1'226,"-1"0"1,1 1-1,-1-1 0,0 0 1,0 1-1,1-1 0,-1 0 1,0 0-1,0 1 0,0-1 1,0 0-1,0 0 0,0 1 1,0-1-1,0 0 0,0 0 0,0 1 1,-1-1-1,1 0 0,0 0 1,0 1-1,-1-1 0,1 0 1,0 1-1,-1-1 0,1 0 1,-1 1-1,1-1 0,-1 1 1,1-1-1,-1 1 0,1-1 1,-1 1-1,0-1-226,0-1 99,-1 1-1,0-1 1,1 1-1,-1 0 1,0-1-1,1 1 1,-1 0 0,0 0-1,0 0 1,0 1-1,0-1 1,0 0 0,0 1-1,0-1 1,0 1-1,0 0 1,-1-1-1,1 1 1,0 0 0,0 0-1,0 0 1,0 1-1,0-1 1,0 1-1,0-1 1,0 1 0,0 0-1,0-1 1,0 1-1,0 0 1,0 0 0,0 0-1,0 1 1,1-1-1,-1 0 1,0 1-1,0 0-98,-47 35 327,18 6-67,27-35-226,2-5-19,1-1-3,-1 1 1,1-1-1,0 1 1,-1-1-1,1 1 1,0 0-1,1-1 1,-1 1-1,0 0 1,1-1-1,-1 1 1,1 0-1,0 0 1,0 0-1,0 0 1,1-1-1,-1 1 1,1 2-13,2-1 18,1 0 0,0-1 1,0 1-1,0-1 1,0 0-1,0 0 0,1-1 1,0 1-1,-1-1 1,1 0-1,0 0 0,0-1 1,4 2-19,2 0 42,-3 0 43,0-1 1,-1 1-1,1 0 0,-1 1 0,1 0 1,-1 0-1,0 1 0,0-1 0,-1 2 1,0-1-1,0 1 0,0 0 1,0 0-1,-1 0 0,0 1 0,0 0 1,1 3-86,-5-4 34,0 0 0,-1 0 1,1 0-1,-1 0 1,0 0-1,-1 0 1,1 0-1,-1 0 0,0 0 1,-1 0-1,0 0 1,0 0-1,0-1 1,0 1-1,-1-1 0,0 1 1,0-1-1,-1 0 1,1 0-1,-1-1 0,0 1-34,-4 2-50,1 0 0,-1-1 0,0 0 0,0 0 0,0-1 0,-1 0 0,0-1 0,0 1 0,0-2-1,-1 1 1,1-2 0,-1 1 0,0-1 0,1-1 0,-1 1 0,0-2 0,0 1 0,0-1-1,0-1 1,0 0 0,-4-1 50,12 2-218,0 0 0,-1 0 0,1 0-1,0-1 1,-1 1 0,1 0 0,0-1 0,-1 0-1,1 0 1,0 0 0,0 1 0,0-2-1,0 1 1,0 0 0,0 0 0,0-1 0,0 1-1,0-1 1,1 0 0,-1 1 0,1-1 0,-1 0-1,1 0 1,-1-1 218,9-10-1245</inkml:trace>
  <inkml:trace contextRef="#ctx0" brushRef="#br0" timeOffset="157187.79">14065 2642 5297,'61'-85'2657,"-63"78"-513,2 1-712,-7 3-175,5 3-25,2 0-72,0 0-80,0 0-191,0 3-105,9 36-224,17 54-40,-10-45-112,-12 3-96,9 1-184,-4-6-96,0-4-400,13-6-432,-20-14 496</inkml:trace>
  <inkml:trace contextRef="#ctx0" brushRef="#br0" timeOffset="158617.97">13521 5274 6825,'2'14'7095,"0"-13"-5954,-2-1-176,0 0-226,0 0-124,12 0 438,117 9 542,-115-9-1409,33 0 111,0-1 1,-1-3 0,12-3-298,121-32-77,-149 32 69,-1 2 0,1 1 0,0 1 0,23 1 8,-63 7-191,-16 25 174,-79 76-9,-22 14-30,19-13 32,105-103 32,0 0-1,0 0 0,0 0 0,0 0 0,1 1 1,0-1-1,0 1 0,0 0 0,1-1 0,-1 1 1,1 0-1,0 0 0,0 0 0,1 0 0,-1 0-7,-1 25 339,3-28-322,0 0 0,0 0 0,0-1 0,0 1 0,0 0 0,1-1 0,-1 1 1,1-1-1,-1 0 0,1 1 0,0-1 0,-1 0 0,1 0 0,0 0 0,0 0 0,0-1 0,-1 1 0,1 0 0,0-1 0,0 1 0,0-1 0,0 0 0,0 1 0,2-1-17,2 1 30,21 4 34,1-1 0,-1-1 1,1-1-1,-1-2 0,5-1-64,-22 1 15,45-4 23,0-2-1,38-10-37,-67 11-56,69-5-607,-94 9 557,1 1-1,-1 0 1,1 0 0,-1 0 0,1 0-1,-1 1 1,1-1 0,-1 0 0,1 1-1,-1-1 1,1 1 0,-1-1 0,1 1-1,-1 0 1,0-1 0,1 1 0,-1 0-1,0 0 1,0 0 0,1 0 0,-1 0-1,0 0 1,0 1 0,0-1 0,-1 0 0,1 0-1,0 1 1,0-1 0,-1 1 0,1-1-1,0 0 1,-1 1 0,0-1 0,1 1-1,-1 0 1,0-1 0,0 1 0,0-1-1,0 2 107,4 19-883</inkml:trace>
  <inkml:trace contextRef="#ctx0" brushRef="#br0" timeOffset="159309.18">14733 5512 6585,'0'-1'982,"1"1"-891,-1-1 0,1 1 0,-1 0 0,0-1 0,1 1 0,-1 0 0,0-1 0,0 1 0,1-1 0,-1 1 0,0-1 0,0 1 0,0-1 0,1 1 0,-1-1 1,0 1-1,0-1 0,0 1 0,0-1 0,0 1 0,0-1 0,0 1 0,0-1 0,0 1 0,0-1 0,0 1 0,0 0 0,-1-1 0,1 1 0,0-1 0,0 1 0,0-1 1,-1 1-1,1-1 0,0 1 0,-1 0 0,1-1 0,0 1 0,-1-1 0,1 1 0,0 0 0,-1 0 0,1-1 0,-1 1 0,1 0 0,0-1 0,-1 1 0,1 0 0,-1 0 1,1 0-1,-1 0-91,-3 0 72,0 0 1,0 1-1,0-1 1,0 1-1,0 0 1,1 0 0,-1 1-1,0-1 1,0 1-1,1 0 1,-1 0-1,0 1-72,-91 48 475,88-48-412,3-2-4,1 0-1,0 1 1,-1-1-1,1 1 1,0 0 0,-1 0-1,1 0 1,1 1-1,-1-1 1,0 1-1,0 0 1,1-1 0,-1 1-1,1 0 1,-1 3-59,2-5 40,1 0 1,0 0-1,0 0 0,0 0 1,0 1-1,0-1 1,0 0-1,0 0 0,0 0 1,1 0-1,-1 0 1,0 0-1,1 1 0,-1-1 1,0 0-1,1 0 1,-1 0-1,1 0 0,0 0 1,-1 0-1,1-1 1,0 1-1,0 0 0,0 0 1,-1 0-1,1-1 1,0 1-1,0 0 0,0-1 1,0 1-1,0-1 1,0 1-1,0-1 1,1 1-41,39 12 602,-31-11-510,-4-2-25,0 1 1,-1 0-1,1 0 0,-1 1 1,1 0-1,-1 0 0,0 0 1,1 1-1,-1-1 0,0 1 1,-1 0-1,1 1 0,0-1 0,-1 1 1,3 3-68,-3-2 22,0 1 0,-1-1 0,0 1 0,0-1 1,-1 1-1,0 0 0,0 0 0,0 0 0,0 1 0,-1-1 1,0 0-1,-1 1 0,1-1 0,-1 0 0,0 1 0,-1-1 1,1 1-23,-27 109 479,22-99-347,1 0-12,3-10-86,-1-1 1,1 0-1,-1 1 0,0-1 0,-1 0 1,1 0-1,-1-1 0,-1 1 0,1 0 1,-1-1-1,1 0 0,-2 0 0,-1 2-34,4-6-53,0 0 0,0 0-1,0 0 1,0 0 0,0 0-1,0-1 1,0 1-1,0-1 1,0 1 0,-1-1-1,1 0 1,0 0-1,0 0 1,0 0 0,-1 0-1,1 0 1,0-1 0,0 1-1,0-1 1,0 0-1,-1 0 1,1 1 0,0-1-1,0 0 1,1-1 0,-1 1-1,0 0 1,0 0-1,0-1 1,1 1 0,-1-1-1,1 0 1,-1 1-1,1-1 1,0 0 0,0 0-1,-1 0 54,-13-25-1323,6-5 575</inkml:trace>
  <inkml:trace contextRef="#ctx0" brushRef="#br0" timeOffset="159814.33">15088 6055 4545,'8'-21'4144,"-8"16"-3939,-1 0 1,0 0-1,-1 0 1,1 1-1,-1-1 1,0 0 0,0 1-1,0 0 1,-1-1-1,1 1 1,-1 0 0,0 0-1,0 0 1,-1 1-1,1-1 1,-1 1 0,0 0-1,0 0 1,-1-1-206,0 1 110,0 0 1,-1 1 0,1 0-1,-1-1 1,0 2 0,1-1-1,-1 1 1,0 0 0,0 0-1,0 0 1,0 1-1,0 0 1,0 0 0,-1 1-111,-2-1 59,1 0-9,0 0-16,0-1-1,0 2 1,0-1 0,1 1 0,-1 0-1,0 1 1,0 0 0,1 0-1,-2 1-33,8-3 10,1 0 0,-1 0 0,1 1-1,0-1 1,-1 0 0,1 0-1,-1 0 1,1 1 0,0-1 0,-1 0-1,1 0 1,-1 1 0,1-1-1,0 0 1,-1 1 0,1-1 0,0 0-1,0 1 1,-1-1 0,1 0-1,0 1 1,0-1 0,0 1 0,-1-1-1,1 0 1,0 1 0,0-1-1,0 1 1,0-1 0,0 1 0,0-1-1,0 1 1,0-1 0,0 1-1,0-1 1,0 0 0,0 1-1,0-1 1,0 1-10,1 0 219,-1-1 53,2 0 71,10-1-219,0 0 0,-1 0 0,1-1 0,0-1 0,-1 0 0,1 0 0,-1-1 0,1-1-124,-6 1 10,-1 1 0,1 0 0,-1-1 0,0 0 1,0-1-1,0 1 0,0-1 0,-1 0 0,0 0 0,0 0 0,0 0 1,-1-1-1,0 0 0,0 1 0,0-1 0,0 0 0,-1-1 0,0 1 1,-1 0-1,1-3-10,0 2 12,0 0 1,0 0-1,-1 0 1,1 0-1,-2 0 0,1 0 1,-1 0-1,0-1 1,-1 1-1,1 0 1,-1 0-1,-1 0 1,0 0-1,0 0 1,0 1-1,0-1 1,-2-2-13,-1 1 32,0 0-1,0 0 1,0 0 0,-1 1 0,0-1 0,0 1 0,-1 1-1,0 0 1,0 0 0,-1 0 0,0 0 0,0 1 0,0 1 0,0-1-1,-1 2 1,0-1 0,-5-1-32,11 4-192,-1 0-1,1 1 0,-1-1 1,1 1-1,-1-1 1,1 1-1,-1 0 0,0 1 1,1-1-1,-1 1 1,1-1-1,-3 2 193,-16 5-915</inkml:trace>
  <inkml:trace contextRef="#ctx0" brushRef="#br0" timeOffset="162064.92">16826 4368 7066,'5'4'3424,"-11"-8"609,4 4-3951,7-1 6927,152 4-6692,-88-5-282,1-3 0,-1-3-1,3-4-34,105-26-32,-162 37 10,-14 2 19,-1-1 1,0 0 0,1 1-1,-1-1 1,0 1-1,1-1 1,-1 0 0,0 1-1,0-1 1,0 1-1,1-1 1,-1 1 0,0-1-1,0 1 1,0-1 0,0 1-1,0-1 1,0 1-1,0-1 1,0 1 0,0-1-1,0 1 1,0-1 0,0 1-1,0-1 1,-1 1-1,1-1 1,0 0 0,0 1-1,0-1 1,-1 1-1,1-1 1,0 1 0,-1-1-1,1 0 1,0 1 0,-1-1-1,1 0 1,0 1-1,-1-1 1,1 0 0,-1 0-1,1 1 1,-1-1-1,1 0 1,0 0 0,-1 1 2,-73 59-158,-159 116-10,77-47-98,142-116 288,1 1 1,1 0 0,0 1 0,1 1 0,1-1 0,-2 5-23,11-17 19,0 0 1,0 0-1,0 0 1,0 0-1,0 0 0,1 0 1,-1 0-1,1 0 1,0 0-1,0 0 0,0 1 1,0-1-1,1 0 1,-1 0-1,1 0 0,0 0 1,-1 0-1,2 0 1,-1 0-1,0-1 0,0 1 1,1 0-1,0-1 1,-1 1-1,1 0 0,0-1 1,2 2-20,4 4 73,0 1 1,1-1-1,0-1 0,1 0 1,0 0-1,5 3-73,5 0 24,0-1-1,1 0 0,0-1 1,0-2-1,1 0 0,-1-1 1,1-1-1,0-1 0,1-1 1,-1-1-1,0-1 1,1-1-1,-1-1 0,0 0 1,0-2-1,0-1 0,-1-1 1,1 0-1,4-4-23,-11 4-102,-1-1-1,1 0 0,-1-1 0,0-1 1,-1 0-1,0-1 0,0 0 1,-1-1-1,3-5 103,29-10-731,-43 26 616,1 0-1,0 0 0,0 0 0,0 1 1,-1-1-1,1 1 0,0-1 1,0 1-1,-1-1 0,1 1 1,0 0-1,-1 0 0,1 0 1,-1 0-1,1 0 0,-1 0 1,1 0-1,-1 0 0,0 1 1,0-1-1,1 0 0,-1 1 1,0-1-1,0 1 0,0-1 1,-1 1-1,1 0 0,0-1 1,-1 1-1,1 0 0,-1 0 1,1-1-1,-1 1 0,0 0 1,0 0-1,0 0 0,0-1 0,0 2 116,3 8-529,5 24-358</inkml:trace>
  <inkml:trace contextRef="#ctx0" brushRef="#br0" timeOffset="162593.52">17908 4680 5273,'-15'8'5734,"6"-6"-5005,-36 16-294,-5 11-331,18-3 153,32-25-232,-1 0 0,1 0 0,0-1 0,-1 1 0,1 0 0,0 0 0,0-1 0,0 1 0,-1 0 0,1 0 0,0 0 0,0-1 0,0 1 0,0 0 0,0 0 0,1 0 0,-1-1 0,0 1 0,0 0 0,0 0 0,1-1 0,-1 1 0,0 0 0,1 0 0,-1-1 0,1 1 0,-1 0 0,1-1 0,-1 1 0,1-1 0,-1 1 0,1 0-25,0 0 42,7 8 140,0-1 1,0 0-1,1 0 1,0-1-1,0 0 1,5 3-183,50 44 1416,-59-48-1356,-1-1 1,0 1-1,-1 0 1,0 0-1,0 1 1,0-1-1,0 1 1,-1 0-1,0-1 1,-1 1-1,1 0 1,-1 0-1,-1 0 1,1 3-61,0 0 80,0-1 0,-1 1 0,0 0 0,-1 0 1,0-1-1,0 1 0,-1 0 0,0-1 0,-1 0 1,0 1-1,0-1 0,-1 0 0,0 0 0,-6 7-80,7-11 2,0-1 0,0 1 0,-1-1 0,0 0 0,0 0 0,0 0 0,0-1 0,0 1 0,-1-1 0,0 0 0,1 0 0,-1-1 0,0 1 0,-1-1 0,1 0 0,0 0 0,-1-1 0,1 0 0,-1 0-1,1 0 1,-1-1 0,1 1 0,-1-1 0,1-1 0,-1 1 0,-4-2-2,6 1-151,1 0-1,0 0 0,-1 0 1,1 0-1,0-1 1,0 0-1,0 0 0,0 0 1,0 0-1,0 0 1,1 0-1,-1-1 1,1 1-1,-1-1 0,1 0 1,0 0-1,0 0 1,0 0-1,1 0 0,-1 0 1,0-2 151,-4-18-895</inkml:trace>
  <inkml:trace contextRef="#ctx0" brushRef="#br0" timeOffset="163130.65">17983 4840 8082,'3'-2'441,"0"1"0,0 0 0,0 0 0,0 0 1,0 0-1,0 1 0,0-1 0,0 1 0,0 0 0,0 0 1,0 0-1,1 0 0,-1 1 0,2 0-441,15 0 779,106-4 1744,-110 3-2431,0 0 0,0-1 0,0-1 0,0-1 0,12-3-92,-8-6 23,-17 12-51,-6 3-38,-40 46-38,-24 10 73,33-32 19,27-22 23,0 1-1,0 0 1,1 0-1,0 0 1,0 0-1,0 1 1,-2 4-11,12-9 209,126 18 59,-126-20-221,-1 1 0,1-1 0,0 1 1,-1 0-1,1 0 0,-1 1 0,1-1 0,-1 0 0,0 1 0,1 0 0,-1 0 0,0 0 0,0 0 0,0 1 0,-1-1 0,1 1 1,0 0-1,-1-1 0,0 1 0,0 0 0,0 1 0,0-1 0,0 0 0,0 0 0,-1 1 0,0-1 0,0 1 0,0-1 0,0 1 1,0 2-48,0 1 55,-1 0 1,0 0 0,0 0 0,-1 0 0,0 1 0,0-1 0,-1 0 0,0 0 0,0-1 0,0 1-1,-1 0 1,0-1-56,0 2 14,0-1 0,-1 0 0,1 0 1,-1 0-1,-1-1 0,1 1 0,-1-1 0,0 0 0,-1 0 0,1-1 0,-1 0 0,0 0 0,-1 0 0,1-1 0,-1 1 0,0-2 0,0 1 0,0-1 0,-5 2-14,9-4-121,0 0 0,-1 1 0,1-1 0,0-1-1,-1 1 1,1 0 0,-1-1 0,1 0 0,-1 0 0,0 0 0,1 0 0,-1 0-1,1-1 1,-1 1 0,1-1 0,-1 0 0,1 0 0,0-1 0,0 1 0,-1-1-1,1 1 1,0-1 0,-2-2 121,-19-24-697</inkml:trace>
  <inkml:trace contextRef="#ctx0" brushRef="#br0" timeOffset="164565.84">15822 1292 7194,'0'0'149,"0"0"1,1 0 0,-1 0-1,0 0 1,1 0 0,-1 0 0,0 0-1,1-1 1,-1 1 0,0 0-1,0 0 1,1 0 0,-1-1 0,0 1-1,0 0 1,1 0 0,-1-1-1,0 1 1,0 0 0,0 0 0,1-1-1,-1 1 1,0 0 0,0-1-1,0 1 1,0 0 0,0-1 0,0 1-1,0 0 1,0-1 0,0 1 0,0 0-1,0-1 1,0 1 0,0 0-1,0-1 1,0 1 0,0 0 0,0-1-1,0 1 1,0 0 0,0-1-1,0 1 1,-1 0-150,6-15 5977,67-13-3561,-62 25-2354,8-1 94,0 0 0,0 1 1,0 0-1,16 1-156,65 2 396,102-5-477,-152-1-74,-20 2 44,-1 1-1,1 1 1,0 1-1,22 3 112,-15 6-352,-39-1-269,-1-4 437,-65 62-72,-85 77 140,-6 26 74,138-145 54,1 0 0,0 2 0,3 1 0,-7 11-12,-28 77 162,52-110-142,0 0 1,0 1-1,1-1 0,-1 1 1,1-1-1,0 0 0,0 1 1,1-1-1,-1 1 1,1-1-1,0 0 0,0 1 1,1-1-1,-1 0 0,1 0 1,0 0-1,0 0 1,0 0-1,1-1 0,-1 1 1,1 0-1,0-1 0,0 0 1,0 0-1,0 0 0,1 0 1,-1 0-1,1-1 1,0 1-1,-1-1 0,1 0 1,0 0-1,4 0-20,15 7 77,1-1 0,1-1 0,-1-2 0,1 0 0,0-2 0,0 0-1,0-2 1,1-1 0,-1-1 0,15-3-77,4-2-56,0-2-1,-1-2 1,0-2-1,0-2 1,24-12 56,-6 5-1179,-50 23-906,-9-1-11,-2-1 990</inkml:trace>
  <inkml:trace contextRef="#ctx0" brushRef="#br0" timeOffset="165095.21">17116 1925 4889,'-9'-11'5281,"-10"6"-4189,19 5-1082,-29 2 605,-25 9-133,48-9-390,1-1 0,0 1 0,0-1-1,0 1 1,0 1 0,0-1 0,1 1 0,-1 0-1,1 0 1,0 0 0,-4 4-92,8-7 0,0 0 30,-1 0 1,1 0-1,0 1 0,-1-1 0,1 0 1,0 0-1,-1 0 0,1 0 0,0 1 1,0-1-1,-1 0 0,1 0 0,0 1 1,0-1-1,-1 0 0,1 0 0,0 1 1,0-1-1,0 0 0,0 1 0,-1-1 1,1 0-1,0 1 0,0-1 0,0 0 0,0 1 1,0-1-1,0 0 0,0 1 0,0-1 1,0 0-1,0 1 0,0-1 0,0 0 1,0 1-1,0-1 0,0 0 0,0 1 1,0-1-1,1 0 0,-1 1 0,0-1 1,0 0-1,0 1-30,1-1 452,0 0-57,43 6 211,55 7-40,-95-13-534,-1 1 1,0-1 0,1 1-1,-1-1 1,0 1-1,0 0 1,0 0-1,0 1 1,0-1-1,0 1 1,0-1-1,0 1 1,0 0-1,0 0 1,-1 0-1,1 0 1,-1 1-1,0-1 1,0 1 0,0 0-1,0-1 1,0 1-1,0 0 1,-1 0-1,1 0 1,-1 0-1,0 0 1,0 1-33,-1 6 67,-1 0 1,0-1-1,-1 1 0,0-1 1,0 0-1,-1 1 1,0-1-1,-1 0 1,0-1-1,0 1 1,-1-1-1,0 1 0,-1-2 1,1 1-1,-2 0 1,0 0-68,-1 1 15,-1 0 0,1 0 1,-2-1-1,1 0 0,-1 0 1,0-1-1,-1 0 0,0-1 1,0-1-1,0 1 0,-1-2 1,1 1-1,-1-2 0,0 0 1,0 0-1,-8 0-15,20-3 0,-3 1-96,1-1 0,-1 1 1,1-1-1,-1 0 0,1 0 1,-1 0-1,0 0 0,1 0 1,-1 0-1,1-1 0,-1 1 1,1-1-1,-1 0 0,1 1 1,0-1-1,-1 0 0,1-1 0,0 1 1,0 0-1,0-1 0,0 1 1,0-1-1,0 0 0,0 1 1,0-1-1,1 0 0,-1 0 1,1 0 95,-5-21-706</inkml:trace>
  <inkml:trace contextRef="#ctx0" brushRef="#br0" timeOffset="165526.9">17459 1800 8026,'16'8'5606,"-4"25"-4082,-10-28-1194,-1 0-197,7 28 412,-1 1-1,-1 0 1,-1 13-545,12 147 774,-13-163-516,2 0 1,1 0 0,2-1-1,10 25-258,7 14-542,-21-60-4231,-5-11 3390</inkml:trace>
  <inkml:trace contextRef="#ctx0" brushRef="#br0" timeOffset="165934.93">17640 2240 3625,'-9'-5'1343,"-25"-6"3771,-59 18-1217,76-4-3578,0-2 0,0 1 0,0-2 0,0 0 0,-13-3-319,25 1 104,0 0-1,0-1 1,0 1 0,0-1-1,0-1 1,0 1 0,1-1-1,0 1 1,0-1 0,0-1-1,0 1 1,1 0 0,-1-1-1,1 0 1,0 0 0,0 0-1,1 0 1,0 0 0,0 0-1,0-1 1,0 1 0,1-1 0,-1-4-104,-3-18 262,1 0 1,1 0 0,1 0-1,2-1 1,2-17-263,18-175-2836,-20 186 442,-6 19 1091</inkml:trace>
  <inkml:trace contextRef="#ctx0" brushRef="#br1" timeOffset="177812.08">14251 1807 4913,'-2'-32'2419,"7"29"-707,-10 5 4747,5-3-5199,0-2-413,-2 2 2949,-73-8-3376,-166-32-265,62 19-114,-140-34-17,126 28-16,-74 12-1,-252-10-79,451 21 21,-105-12-250,125 10 147,44 5 473,31 54-342,1 2 18,-24-48 5,-1 1 0,-1 0-1,1 0 1,-1 0 0,0 0 0,-1 1 0,1-1-1,-1 7 1,1 1-1,19 187-280,54 221-116,-28-87 387,-30-99-219,-12 166 229,-6-375 3,1-1 1,1 0-1,1 1 1,2-1 0,0 0-1,4 5-3,-5-19 1,-3-11-6,0 1 1,0-1 0,1 0 0,-1 0 0,1 0 0,-1 0-1,1 0 1,0 0 0,0 0 0,0 0 0,0 0 0,0 0-1,0 0 1,1-1 0,-1 1 0,1 0 0,-1-1 0,1 1-1,0 0 5,7 3-69,-9-4 44,0-1 9,2 2 8,33 45 6,5-4 5,-11-22 53,-23-18-33,1-1 0,0 0 1,0 0-1,0 0 0,0-1 0,1 0 0,-1 0 1,0-1-1,1 0 0,2-1-23,-2 1 20,195-2 382,-34 0 42,181 42 612,44 42-795,-200-61-407,-17-7 42,-45-1-31,-85-14-179,-49-10-23,2 11 323,0-1 0,0 0 1,0 1-1,0-1 0,0 1 0,0-1 1,0 0-1,0 1 0,0-1 0,0 1 0,0-1 1,0 0-1,1 1 0,-1-1 0,0 1 0,0-1 1,1 1-1,-1-1 0,0 1 0,1-1 0,-1 1 1,1-1-1,-1 1 0,0-1 0,1 1 1,-1 0-1,1-1 0,-1 1 0,1 0 0,-1-1 1,1 1-1,0 0 0,-1 0 0,1 0 0,-1-1 1,1 1-1,0 0 14,7-3 9,2-2-1,-1 1 1,1 1 0,0 0 0,-1 0 0,1 1-1,1 0 1,-1 1 0,0 0 0,0 0-1,1 1 1,-1 0 0,1 1-9,85 26 63,-67-21-5,-7-4-19,-21-2-16,-1 0 1,0 0-2,0 0-6,0 0-8,1 0-8,0 0-6,-1 0-4,0 0-3,0 0 2,0 0-2,0 0 2,0 0-6,0 0-15,0 0-31,0 0-87,0-8-629,0-13 717</inkml:trace>
  <inkml:trace contextRef="#ctx0" brushRef="#br1" timeOffset="180688.37">14784 3831 6913,'20'11'7198,"-20"-11"-6491,4-9 534,0-5-1162,-2 0 0,1 0 0,-1 0 0,-1 0 0,-1 0 0,0 0 0,-1-9-79,-14-50 282,-57-207 185,-2-29-431,69 293-35,-9-27 12,2 0-1,2-1 1,2 0-1,1-1 1,3 1-1,1-1 0,3 0 1,1 0-1,3-2-12,20-63 89,-13 64-32,-1-1-1,-3 0 1,-1-1-57,-5-80 49,-1-126-78,-1 202 20,-7-58-9,7 102 16,0 4 1,1 0-1,-1-1 1,0 1 0,0 0-1,0 0 1,-1-1-1,1 1 1,-1 0-1,0 0 1,0 1-1,-1-1 1,1 0-1,-1 1 1,0-1 0,0 1-1,0-1 2,0 2-60,-1 5-78,3 4-409,-3 37 45,-1 1 319,-1-25-118,-25-20 1733,13 12-459,-18 7-751,21-11-173,5-1-16,-1 0 0,-1-2 0,1 1 0,-1-1 1,0-1-1,0 0 0,-1-1 0,1 0 0,-1-1-33,-15 0-8,-1-1 0,1-1 0,0-2-1,0-1 1,0-1 0,0-1 0,1-2 0,-1 0 0,-16-9 8,-98-36-2397,109 44 1770</inkml:trace>
  <inkml:trace contextRef="#ctx0" brushRef="#br1" timeOffset="181322.19">14592 3214 4689,'5'-18'1323,"-1"1"-1,0-1 1,-1 1-1,-1-1 1,-1 0-1,0-12-1322,-1 30 839,0 0-147,-1 5-488,0 3-154,0-1-1,0 1 1,-1-1-1,0 0 1,0 0 0,-1 0-1,0 0 1,0 0 0,0-1-1,-1 1-49,-111 167 20,76-123-192,-2-3 1,-2-1-1,-1-2 0,-38 27 172,66-59-957,0-2 0,-1 0 0,0-2 0,-19 9 957,16-10-2290,6-6 1013</inkml:trace>
  <inkml:trace contextRef="#ctx0" brushRef="#br1" timeOffset="181620.3">14593 3219 4793,'-7'37'2265,"-26"63"-769,4-46-616,-10 4-504,-1-1-88,-2-7-280,-4-6-208,9-10-904,-3-4-600,9-14 1007</inkml:trace>
  <inkml:trace contextRef="#ctx0" brushRef="#br1" timeOffset="181906.86">14709 3457 4081,'9'0'1800,"-13"11"-864,-14-2-511,2 8-361,-8 1-8,-11-5-272,6 0-545,-14-11 497</inkml:trace>
  <inkml:trace contextRef="#ctx0" brushRef="#br1" timeOffset="182244.65">14654 3050 5713,'0'0'119,"-1"0"0,1 0-1,0 1 1,0-1 0,-1 0 0,1 0-1,0-1 1,-1 1 0,1 0-1,0 0 1,0 0 0,-1 0 0,1 0-1,0 0 1,0 0 0,-1 0-1,1 0 1,0-1 0,0 1 0,0 0-1,-1 0 1,1 0 0,0 0-1,0-1 1,0 1 0,-1 0 0,1 0-1,0-1 1,0 1 0,0 0-1,0 0 1,0 0 0,0-1 0,-1 1-1,1 0 1,0-1 0,0 1-1,0 0 1,0 0 0,0-1 0,0 1-1,0 0 1,0 0 0,0-1-1,0 1 1,0 0 0,0-1 0,1 1-1,-1 0 1,0 0 0,0-1-1,0 1 1,0 0 0,0 0 0,0 0-1,1-1 1,-1 1 0,0 0-1,0 0-118,-32 18 374,0 2-248,0 2-1,1 2 1,0 3-126,-10 11 26,1 2 1,3 2-1,-12 19-26,20-23-139,-5 10-546,-2-2 1,-2-1 0,-3-2 0,-1-1-1,-2-3 1,-8 4 684,13-18-740</inkml:trace>
  <inkml:trace contextRef="#ctx0" brushRef="#br1" timeOffset="182503.54">14296 3069 5929,'0'11'2961,"4"3"-401,-11 7-2079,-30 2-177,-1 21-40,-19 4 8,-9 7-184,7 9-104,-9-5-160,8 5-96,5-48 32,27-6-88,15-7 111,6-1 49,3 0-72,3-2 192</inkml:trace>
  <inkml:trace contextRef="#ctx0" brushRef="#br1" timeOffset="182772.63">13919 3060 8890,'9'14'3305,"-18"6"-2433,-10 2-680,-6 15-200,-14 9 8,-8 5-32,-5 4-64,-16 6-184,2-10-104,-1-2-176,8 3-73,8-10-175,7-4-208,5-6-1048,4-9 1319</inkml:trace>
  <inkml:trace contextRef="#ctx0" brushRef="#br1" timeOffset="183037.52">13512 3184 8434,'-8'19'3457,"8"4"-2049,-9 10-1048,-18 11-480,-10 8-40,-18 8-104,-2-3-96,0-8-264,2-1-73,6-8-63,3-3-40,-3 0-128,12-6-112,9-5-233,5-1-263,28-17 1000</inkml:trace>
  <inkml:trace contextRef="#ctx0" brushRef="#br1" timeOffset="183234.31">13173 3045 6225,'9'2'3089,"-6"3"-945,-4 1-1279,-1-6-809,0 0-40,-15 24-16,-65 62-56,45-39-96,1 1-72,1 0-161,0 1-127,0-1-240,4-2-112,0-10-208,7-5-112,6-10-449,-1-7 1001</inkml:trace>
  <inkml:trace contextRef="#ctx0" brushRef="#br1" timeOffset="183506.81">12967 2977 6849,'-12'26'2497,"-12"9"-1761,2 1-264,-6 6-40,3-1-80,-8 6-344,3-1-120,-6-2-240,3-4-128,3-16-184,3-2-120,10-14-496,3-5-369,14-14 1033</inkml:trace>
  <inkml:trace contextRef="#ctx0" brushRef="#br1" timeOffset="183794.74">12795 2687 6161,'2'4'4446,"-1"15"-3515,-6-6-873,0 0 0,-1 0-1,-1-1 1,0 1 0,-1-1-1,0-1 1,0 0 0,-2 0-1,-9 9-57,-15 19-5,-53 57-438,52-73-368,35-23 781,-1 0 0,1 0 0,-1 0 0,1 0 0,-1 0 1,1 0-1,-1 0 0,1 0 0,-1 0 0,1-1 0,-1 1 0,1 0 0,-1 0 0,1-1 0,0 1 0,-1 0 0,1-1 0,-1 1 0,1 0 0,0-1 0,-1 1 0,1-1 0,0 1 0,0 0 0,-1-1 0,1 1 0,0-1 0,0 1 0,0-1 0,0 1 0,-1-1 0,1 1 0,0-1 1,0 1-1,0-1 0,0 1 0,0-1 0,0 1 0,0-1 0,0 1 0,0-1 0,1 1 0,-1-1 0,0 1 0,0-1 0,0 1 0,1-1 30,19-36-459,13-29 471,20-41 388,26-50-8,-40 61 112,-4-1-1,15-77-503,-47 163 43,-1-5 1448,-14 25-171,-7 15-1077,1 1 0,1 0 0,-10 21-243,17-28 27,-131 268-509,135-273 262,-1-1 1,0 1-1,-1-1 1,0 0-1,-1-1 1,0 0-1,-11 9 220,20-19-47,0-1-1,-1 1 0,1 0 1,0-1-1,-1 1 0,1-1 1,-1 1-1,1-1 0,0 1 1,-1-1-1,1 1 0,-1-1 1,1 1-1,-1-1 0,0 0 1,1 1-1,-1-1 0,1 0 1,-1 0-1,0 1 0,1-1 1,-1 0-1,0 0 1,1 0-1,-1 0 0,1 0 1,-1 0-1,0 0 0,1 0 1,-1 0-1,0 0 0,1 0 1,-1 0-1,0 0 0,1 0 1,-1-1-1,0 1 0,1 0 1,-1 0-1,1-1 0,-1 1 1,0-1-1,1 1 0,-1 0 1,1-1-1,-1 1 0,1-1 1,0 1-1,-1-1 0,1 1 1,-1-1-1,1 0 0,0 1 48,-18-75-3506,12 39 1749,4 1 702</inkml:trace>
  <inkml:trace contextRef="#ctx0" brushRef="#br1" timeOffset="185448.84">12538 2394 2969,'70'-138'2964,"21"-40"-3772,-81 159 571,0 1-98,0 1 0,-2-2 0,0 1 0,-1-1-1,-1-1 1,-1 1 0,2-12 335,-6 21 371,0 0 1,0 0-1,-1 0 1,-1 0-1,1 0 1,-2 0-1,0-4-371,2 13 83,-1 1-1,1 0 0,0-1 0,0 1 0,-1 0 0,1-1 0,0 1 0,0 0 0,-1-1 0,1 1 0,0 0 1,-1 0-1,1-1 0,0 1 0,-1 0 0,1 0 0,-1 0 0,1 0 0,0-1 0,-1 1 0,1 0 0,-1 0 1,1 0-1,0 0 0,-1 0 0,1 0 0,-1 0 0,1 0 0,-1 0 0,1 0 0,0 0 0,-1 0 1,1 0-1,-1 1 0,1-1 0,0 0 0,-1 0 0,1 0 0,-1 1 0,1-1 0,0 0 0,-1 0 0,1 1 1,0-1-1,0 0 0,-1 1 0,1-1 0,0 0 0,0 1 0,-1-1 0,1 0 0,0 1 0,0-1 0,0 1 1,0-1-1,-1 0 0,1 1 0,0-1 0,0 1 0,0-1 0,0 0 0,0 1 0,0-1 0,0 1-82,-2 2 10,-55 74 1274,13-14-1175,24-32-303,-2-1 0,0-1 0,-2-1 0,-1-1 0,-1-1 0,-1-1 0,-7 3 194,32-27-26,2 0 10,0-1-1,-1 1 0,1-1 0,0 1 1,-1-1-1,1 1 0,-1-1 0,1 0 1,-1 1-1,1-1 0,-1 1 0,1-1 1,-1 0-1,1 0 0,-1 1 0,0-1 1,1 0-1,-1 0 0,1 1 0,-1-1 1,0 0-1,1 0 0,-1 0 0,0 0 1,1 0-1,-1 0 0,1 0 1,-1 0-1,0 0 0,1-1 0,-1 1 1,0 0-1,1 0 0,-1 0 0,1-1 1,-1 1-1,1 0 0,-1-1 0,1 1 1,-1 0-1,1-1 0,-1 1 0,1-1 1,-1 1-1,1-1 0,-1 1 0,1-1 1,0 1-1,-1-1 0,1 1 0,0-1 1,0 0 16,-2-8-17,0 0 0,1 0 0,1-1 0,-1 1 0,1 0 0,1-1 0,0 1-1,0 0 1,1 0 0,0 0 0,1 0 0,0 0 0,3-7 17,81-193 915,-13 30 1034,-73 177-1826,0 0 0,0 0 0,0 0 1,1 0-1,-1 0 0,1 0 1,0 0-1,-1 0 0,1 0 0,0 1 1,0-1-1,0 1 0,0 0 1,0-1-1,0 1 0,0 0 0,1 0 1,1 0-124,-6 9 505,-17 41-645,15-39 120,0 1-24,0 0 0,-1 0 1,-1 0-1,0 0 0,0-1 0,-1 0 0,-7 9 44,7-11-198,-1-1 1,1 0-1,-1 0 0,0 0 0,-1-1 0,0 0 0,0 0 198,-19 10-1086,28-16 1076,0 0-1,0 0 0,0 1 1,0-1-1,1 0 1,-1 0-1,0 0 0,0 0 1,0 0-1,0 1 1,0-1-1,0 0 0,0 0 1,0 0-1,0 0 1,1 1-1,-1-1 0,0 0 1,0 0-1,0 0 1,0 1-1,0-1 0,0 0 1,0 0-1,0 0 1,0 0-1,0 1 0,-1-1 1,1 0-1,0 0 0,0 0 1,0 1-1,0-1 1,0 0-1,0 0 0,0 0 1,0 0-1,0 0 1,-1 1-1,1-1 0,0 0 1,0 0-1,0 0 1,0 0-1,0 0 0,-1 0 1,1 0-1,0 1 1,0-1-1,0 0 0,0 0 1,-1 0-1,1 0 1,0 0-1,0 0 0,0 0 1,-1 0-1,1 0 1,0 0-1,0 0 0,0 0 1,-1 0 10,2 0 13,2-1 7,55-4-33,83-27 73,5-21 145,-93 25 0,0-3 0,20-18-205,-41 27 105,-8 6 150,1 2-1,1 0 1,0 2 0,1 1 0,19-6-255,-41 16 102,1-1 0,-1 1 1,1 0-1,-1 1 1,1 0-1,0-1 0,-1 2 1,1-1-1,-1 1 1,2 0-103,-4 0 14,-1 1 1,1-1 0,-1 1-1,0 0 1,0 0-1,0 0 1,0 0 0,0 0-1,0 1 1,-1-1 0,1 0-1,-1 1 1,1-1-1,-1 1 1,0 0 0,0-1-1,0 1 1,0 0-1,-1 0 1,1-1 0,-1 1-1,0 0 1,1 0 0,-1 0-1,-1 2-14,1 14 7,-1 0 0,0 1 0,-2-1 0,0 0 0,-1-1 1,-1 1-1,-1-1 0,-1 0 0,0 0 0,-4 5-7,2-4-15,0 1 0,-1-2 0,-1 1 0,-1-1 1,-1-1-1,0 0 0,-2-1 0,-5 5 15,-6-4-456,25-17 443,1 0 1,0 0-1,-1 0 0,1 0 1,0 0-1,-1-1 0,1 1 1,0 0-1,0 0 0,-1 0 1,1 0-1,0-1 0,-1 1 1,1 0-1,0 0 0,0 0 0,0-1 1,-1 1-1,1 0 0,0 0 1,0-1-1,0 1 0,0 0 1,-1-1-1,1 1 0,0 0 1,0-1-1,0 1 0,0 0 1,0 0-1,0-1 0,0 1 1,0 0-1,0-1 0,0 1 1,0 0-1,0-1 0,0 1 1,0 0-1,0-1 0,0 1 0,0 0 1,1-1-1,-1 1 0,0 0 1,0 0-1,0-1 0,0 1 1,1 0-1,-1 0 0,0-1 1,0 1-1,0 0 0,1 0 1,-1 0-1,0-1 0,1 1 1,-1 0-1,0 0 0,0 0 1,1 0 12,27-31 58,127-87 156,-144 111-189,33-22 224,1 1-1,37-15-248,-77 40 34,1 0 0,1 0 0,-1 0 0,0 1 0,1 0 0,-1 0 0,1 1 0,-1 0 0,1 0 0,0 0 0,0 1 0,-1 0 0,1 0 0,0 1 0,0 0 1,-1 0-1,1 0 0,-1 1 0,1 0 0,0 1-34,-6-3-12,0 1 1,-1-1 0,1 1 0,0 0-1,-1-1 1,1 1 0,-1 0 0,1-1-1,0 1 1,-1 0 0,0-1 0,1 1-1,-1 0 1,1 0 0,-1 0 0,0 0 0,0-1-1,1 1 1,-1 0 0,0 0 0,0 0-1,0 0 1,0 0 0,0 0 0,0 0-1,0-1 1,0 1 0,-1 0 0,1 0-1,0 0 1,0 0 0,-1 0 0,1-1 0,0 1-1,-1 0 1,1 0 0,-1 0 0,1-1-1,-1 1 1,0 0 11,-54 114-44,-21-6 61,45-70-2,-2-6-171,28-33-345,13-8-298,133-70 673,-29 9 312,47-42-186,-101 70 86,-53 37-78,10-7 94,1 0 1,0 1-1,0 0 0,1 2 1,0 0-1,17-6-102,-32 13-6,0 1 0,0-1 0,0 1 0,0 0-1,0-1 1,0 1 0,0 0 0,0 0 0,0 0 0,1 0 0,-1 1 0,0-1-1,0 1 1,0-1 0,-1 1 0,1 0 0,0-1 0,0 1 0,0 0 0,0 0 0,-1 0-1,1 1 1,0-1 0,-1 0 0,1 1 0,-1-1 0,1 1 0,-1-1 0,0 1 0,0-1-1,0 1 1,0 0 0,0 0 0,0 0 0,0 0 0,0 0 6,-4 57-159,-8-26 147,-2 0-1,-1 0 1,-2-2 0,0 1-1,-3-2 1,-2 2 12,-5 10-3,22-35 3,-2 2 2,0 0 0,1 0 0,0 1 0,1-1 0,0 1-1,0 0 1,1 0 0,0 1 0,1 2-2,2-12-3,0 0 0,0-1 0,0 1 0,0 0 0,1-1 0,-1 1 0,0 0 0,1-1 0,-1 1 0,0-1 0,1 1 0,-1-1 0,1 1 0,-1-1 0,1 1 0,-1-1 0,1 1 0,0-1 0,-1 1-1,1-1 1,-1 0 0,1 1 0,0-1 0,-1 0 0,1 0 0,0 1 0,-1-1 0,1 0 0,0 0 0,-1 0 0,1 0 0,0 0 0,0 0 0,-1 0 0,1 0 0,0 0 0,-1 0 0,1-1 0,0 1 0,-1 0 0,1 0 0,0-1 0,-1 1 0,1 0 0,0-1 0,-1 1-1,1 0 4,13-4-24,0 0-1,0 0 0,-1-2 1,0 1-1,7-5 25,10-4 21,259-108 182,-275 116-188,17-7 183,0 1 0,1 1 0,26-5-198,-57 16 5,0-1 1,0 1-1,0 0 0,0-1 1,0 1-1,0 0 0,0 0 0,0-1 1,0 1-1,0 0 0,0 0 1,0 0-1,0 0 0,0 0 1,0 0-1,0 1 0,0-1 1,0 0-1,0 0 0,0 1 1,0-1-1,0 1 0,0-1 1,0 1-1,0-1 0,0 1 0,-1 0 1,1-1-1,0 1 0,0 0 1,-1 0-1,1-1 0,0 1 1,-1 0-1,1 0 0,-1 0 1,1 0-1,-1 0 0,1 0 1,-1 0-1,0 0 0,0 0 0,1 0 1,-1 0-1,0 0 0,0 0 1,0 0-1,0 0 0,0 0 1,0 0-1,0 0 0,0 0 1,-1 0-1,1 0 0,0 0 1,-1 0-1,1 0 0,-1 0 0,1 0 1,-1 0-1,1 0 0,-1 0-5,-6 14-49,-1-1 1,0-1-1,-1 0 0,0 0 0,-1-1 0,-11 11 49,1 0-27,-58 66-63,71-82 79,-12 21-25,19-27 31,-1 0 1,1 1 0,0-1-1,0 0 1,0 0-1,1 1 1,-1-1-1,0 0 1,0 0-1,1 0 1,-1 1-1,0-1 1,1 0-1,-1 0 1,1 0-1,0 0 1,-1 0 0,1 0-1,0 0 1,0 0-1,0 0 1,-1 0-1,1 0 1,0 0-1,0-1 1,0 1-1,0 0 1,0-1-1,1 1 1,-1-1-1,0 1 1,0-1 0,0 1-1,0-1 1,1 0-1,-1 0 1,0 1-1,0-1 1,1 0-1,-1 0 1,0 0-1,0-1 1,1 1-1,0 0 5,59-12-369,-17 1 464,-41 15 142,-5 0-184,-9 46-9,-12 54-27,11-61-25,7-24-6,0-1-1,-1 1 0,-1-1 0,-6 11 15,10-24-16,0 0 0,0 0-1,-1 0 1,1 0 0,-1 0 0,0-1-1,0 0 1,-1 0 0,0 0 0,0 0 16,-6 4-50,7-6 9,-1 1-1,1 0 0,0 0 0,0 0 1,0 1-1,0 0 0,1-1 1,-1 1-1,1 0 0,0 1 0,-2 2 42,5-5-28,0 0-1,1-1 1,-1 1 0,0 0-1,1-1 1,-1 1-1,1 0 1,-1-1-1,1 1 1,0-1-1,0 1 1,0-1-1,0 1 1,0-1-1,0 0 1,0 1-1,0-1 1,1 0-1,-1 0 1,0 0-1,1 0 1,-1 0-1,1 0 1,-1 0 0,1 0-1,-1-1 1,1 1-1,-1-1 1,1 1-1,0-1 1,-1 0-1,1 1 1,0-1-1,1 0 29,174 19 963,-175-19-925,-1 0-10,0 0 1,0 0 0,1 0-1,-1 0 1,0 1 0,0-1-1,0 0 1,0 0 0,0 1-1,0-1 1,0 1 0,0-1-1,0 1 1,0-1-1,0 1 1,0 0 0,0-1-1,0 1 1,0 0 0,0 0-1,-1 0 1,1-1 0,0 1-1,-1 0 1,1 0 0,0 0-1,-1 0 1,1 0 0,-1 1-1,0-1 1,1 0-1,-1 0 1,0 0 0,0 0-1,0 0 1,1 0 0,-1 0-1,0 1 1,-1 0-29,-1 8 34,-1 1 0,-1-1 1,0 1-1,0-1 0,-1 0 0,0 0 1,-1-1-1,0 0 0,-2 1-34,-5 8-10,-1-1 0,0-1 0,-2 0 0,0-2 0,-1 1 0,0-2-1,-9 5 11,-20 9-477,4-9 209</inkml:trace>
  <inkml:trace contextRef="#ctx0" brushRef="#br1" timeOffset="188818.28">17985 1025 2513,'13'-84'2660,"-11"59"-190,-1 25 3382,6 11-5151,5 12-794,-3-8 124,-1-3-17,-1 0-1,-1 0 1,0 0 0,0 1 0,-1 0 0,-1 0 0,0 0-1,1 10-13,5 84 128,-4-1 0,-6 21-128,1-60 80,-14 633 915,9-568-854,0 0-54,12 130-87,-5-194 4,-3-65-21,0-1 0,0 1 0,0-1 0,-1 0 0,1 1 0,-1-1 0,1 0 0,-1 0 0,0 1 0,0-1 1,0 0-1,0 0 0,-1 0 0,1 0 0,0 0 0,-1 0 0,1 0 0,-1-1 0,0 1 0,0-1 0,0 1 0,0-1 0,0 1 17,-13 7-164,11-8 136,0 1 0,1 0-1,-1 0 1,1 0 0,0 0 0,-1 1 0,1-1 0,0 1 0,1 0 0,-1 0-1,0 0 1,1 0 0,-2 3 28,1 2-3,1 0 0,0 0 0,1 0 1,0 0-1,0 1 0,1-1 0,0 0 0,0 0 0,1 1 3,-1 12 144,0-12 1,0-13-65,-11 2 2079,-112 7-2080,-289 27 7,311-23-81,-12 3 14,1-6-1,-45-5-18,-79-20 24,62 10 1,-4 16 6,74-2-23,37 0-3,0-4 1,0-2-1,-37-7-5,-27-16 24,96 13 22,18 4-251,-52-23 109,23-38 55,-6-35 91,44 78 53,0-1-1,1 0 0,2 0 0,-2-23-102,4 28 94,-18-170 653,10 128-643,-6-1-36,-5-86-29,16 86-51,3 0 0,3-8 12,0-4-27,1-196-141,12 139 125,11-8 31,-25 63-74,-20-5-72,5-8 38,15 20 80,-1 10 68,1 30 838,3 31-796,66 4 660,-19 0-501,-34-4-122,0 0 0,-1-2 0,1 1 0,-1-2 0,1 0 0,-1-1 1,13-4-108,10-3 140,37-13 77,8 7-46,-36 6-65,2 2 1,-1 2-1,1 2 0,30 1-106,-15 0 281,0-2 0,46-12-281,-66 8 91,0-2 0,32-13-91,-67 22 5,20-5 8,1 2 0,-1 1 0,1 1 0,1 1 0,-1 2 0,0 0 0,0 3 0,19 2-13,14 4 12,0 3 0,8 4-12,128 47-175,-102-40 111,78-9 56,62 49-48,-151-37-31,-80-22 80,-3-2 2,-1 0 1,0 0-1,1 0 0,-1 0 1,1 0-1,0-1 0,-1 1 1,1 0-1,0-1 0,-1 1 1,1-1-1,0 0 0,-1 0 1,1 0-1,0 1 0,0-1 0,-1-1 1,1 1-1,0 0 0,0 0 1,0-1 4,-1 1-2,0 0 1,0 0 0,0 0 0,0 0-1,-1 0 1,1 0 0,0 1-1,0-1 1,0 0 0,0 0-1,-1 1 1,1-1 0,0 0-1,0 1 1,0-1 0,-1 1-1,1-1 1,0 1 0,-1 0 0,1-1-1,-1 1 1,1 0 0,0-1-1,-1 1 1,1 0 0,-1 0 1,15 10-14,30-12 14,-23-3-9,12 2-32,-38 5-4729,2-3 3917</inkml:trace>
  <inkml:trace contextRef="#ctx0" brushRef="#br1" timeOffset="190048.75">17992 2541 1848,'6'7'3744,"-6"-7"-3620,0 0-1,0 1 1,0-1 0,0 0 0,0 0 0,1 0-1,-1 1 1,0-1 0,0 0 0,0 0-1,0 0 1,0 1 0,0-1 0,0 0-1,0 0 1,0 0 0,0 1 0,0-1 0,0 0-1,0 0 1,0 0 0,0 1 0,0-1-1,-1 0 1,1 0 0,0 0 0,0 0 0,0 1-1,0-1 1,0 0 0,0 0 0,0 0-1,-1 0 1,1 1 0,0-1 0,0 0 0,0 0-1,0 0 1,-1 0 0,1 0 0,0 0-1,0 0 1,0 1 0,-1-1 0,1 0-1,0 0 1,0 0 0,0 0 0,-1 0 0,1 0-1,0 0 1,0 0 0,0 0 0,-1 0-1,1 0 1,0 0 0,0 0 0,0 0 0,-1-1-1,1 1-123,0 6-905,-1 7 919,0 0-1,-1-1 0,-1 1 1,0-1-1,-1 1 0,0-1 1,-4 7-14,3-9 6,-1 0-1,0-1 1,-1 1 0,0-1 0,0 0 0,-1-1 0,0 0 0,-1 0 0,1 0 0,-2-1-1,-2 1-5,7-4 2,-9 6-13,0-1-1,-1-1 1,0 0-1,0-1 0,-1-1 1,-10 3 11,8-4-594,17-13-4116,1 7 3659</inkml:trace>
  <inkml:trace contextRef="#ctx0" brushRef="#br1" timeOffset="190810.45">17860 2590 1248,'-2'-1'3201,"-6"4"2441,-8 28-4811,12-25-754,-3 8 24,0-2 0,-1 1 1,0-1-1,-1 0 0,0-1 1,-1 0-1,0-1 0,-6 4-101,-228 156 320,229-160-333,-2-1 0,1 0-1,-1-1 1,0-1 0,-1 0-1,-11 2 14,1-4-206,36-19-324,149-122 451,-123 110 89,-2-3-1,-1 0 0,0-4-9,-30 32 0,0 0-3,0 1 0,0-1 0,0 0 0,0 0 0,0 1 0,0-1 0,0 0 0,-1 0 0,1 0 0,0 0 0,-1 0 0,1 0 0,-1 0 0,1 0-1,-1 0 1,1 0 0,-1-1 0,0 1 0,1 0 0,-1 0 0,0 0 0,0 0 0,0-1 0,0 1 0,0 0 0,0 0 0,0 0 0,0-1 0,-1 1 0,1 0 0,0 0 0,-1 0 3,-2 0 7,-1 0 0,1 0 0,-1 0 0,1 1 0,-1-1 0,1 1 0,-1 0-1,1 0 1,-1 1 0,1-1 0,-1 1 0,1-1 0,-1 1 0,1 0 0,0 1 0,-1-1 0,1 0 0,0 1 0,0 0 0,0 0-1,0 0 1,0 0 0,0 0 0,1 1 0,-1-1 0,0 1-7,-46 33 52,-2-2 0,-2-3 0,-13 4-52,-70 42-123,123-68 43,9-6 6,0 0 0,0-1 0,0 1 0,0-1 1,-1 0-1,1 0 0,-1 0 0,1-1 0,-1 0 1,-3 1 73,7-2-40,-1 0-1,1-1 1,0 1 0,1-1 0,-1 1 0,0-1 0,0 1 0,0-1 0,0 0 0,0 1 0,0-1 0,1 0-1,-1 0 1,0 1 0,1-1 0,-1 0 0,0 0 0,1 0 0,-1 0 0,1 0 0,0 0 0,-1 0 0,1 0 0,0 0-1,-1 0 1,1 0 0,0 0 0,0 0 0,0 0 0,0 0 0,0 0 0,0-1 0,0 1 0,1 0 0,-1 0-1,0 0 1,0 0 0,1 0 0,-1 0 0,1 0 0,-1 0 0,1 0 0,-1 0 0,1 1 0,0-1 0,-1 0 40,2-10-158,0 4 102,-1 0 0,1-1-1,0 1 1,1 0 0,-1 0 0,2 0 0,-1 0 0,1 0 0,0 1-1,0-1 1,1 1 56,16-23 42,1 1 0,2 1 0,7-5-42,2 0 292,191-179 2392,-224 211-2670,0 0-1,-1 0 1,1 0-1,0 0 0,0 0 1,0 0-1,0 0 0,-1 0 1,1 0-1,0 0 1,0 0-1,0-1 0,0 1 1,-1 0-1,1 0 1,0 0-1,0 0 0,0 0 1,0 0-1,0-1 1,0 1-1,0 0 0,-1 0 1,1 0-1,0 0 1,0-1-1,0 1 0,0 0 1,0 0-1,0 0 1,0 0-1,0-1 0,0 1 1,0 0-1,0 0 0,0 0 1,0 0-1,0-1 1,0 1-1,0 0 0,0 0 1,0 0-1,0 0 1,0-1-1,0 1 0,0 0 1,0 0-1,1 0-13,-27 19 42,12-4-34,-32 25 26,-76 77 76,78-77-94,-2-3 1,-1-1 0,-2-2-1,-30 14-16,-23 5-54,27-19-855,75-34 871,-1 1 0,1-1 1,-1 0-1,1 0 0,-1 1 0,1-1 0,-1 0 0,1 0 0,-1 0 0,1 1 0,-1-1 0,1 0 0,-1 0 0,1 0 0,-1 0 1,1 0-1,-1 0 0,0 0 0,1 0 0,-1-1 0,1 1 0,-1 0 0,1 0 0,-1 0 0,1 0 0,-1-1 0,1 1 0,-1 0 0,1-1 1,-1 1-1,1 0 0,0-1 0,-1 1 0,1-1 0,-1 1 0,1 0 0,0-1 0,-1 1 0,1-1 0,0 1 0,0-1 0,-1 1 1,1-1-1,0 1 0,0-1 0,0 1 0,0-1 0,0 0 0,0 1 0,0-1 0,0 1 0,0-1 0,0 1 0,0-1 0,0 1 0,0-1 1,0 0 37,39-44-2574,-2 11 1840</inkml:trace>
  <inkml:trace contextRef="#ctx0" brushRef="#br1" timeOffset="192783.62">17138 2544 1920,'7'-19'1072,"-5"14"-682,0 0 0,0 0 1,-1 0-1,1 0 0,-1 0 0,0-1 1,0 1-1,-1-1 0,0 1 0,0 0 1,0-1-1,-1-3-390,1 9 31,-1-1 0,0 1 0,1-1 0,-1 1 1,1-1-1,-1 1 0,0-1 0,1 1 0,-1 0 0,0-1 0,0 1 0,1 0 1,-1 0-1,0-1 0,0 1 0,1 0 0,-1 0 0,0 0 0,0 0 0,1 0 1,-1 0-1,0 0 0,0 0 0,1 1 0,-1-1 0,0 0 0,0 0 0,1 1 1,-1-1-1,0 0 0,0 1 0,1-1 0,-1 0-31,-7 2 92,6-1-78,-46 18 241,-14 30 47,2 2 0,1 6-302,-3 0 224,-72 59 145,70-63-267,-3-3 0,-2-2-102,1-11-328,67-37 303,1 0 0,-1-1 0,0 1 1,1 0-1,-1 0 0,0-1 1,1 1-1,-1 0 0,0-1 1,1 1-1,-1-1 0,1 1 1,-1-1-1,1 1 0,-1-1 1,1 1-1,-1-1 0,1 1 1,-1-1-1,1 0 0,0 1 1,-1-1-1,1 0 0,0 1 1,-1-1-1,1 0 0,0 1 1,0-1-1,0 0 0,0 0 1,0 1-1,0-1 0,0 0 1,0 0-1,0 1 0,0-1 1,0 0-1,0 1 0,1-1 1,-1 0-1,0 1 0,0-1 1,1 0-1,-1 1 0,0-1 1,1 0 24,3-14-163,1 0 0,0 1 1,1 0-1,1 0 1,0 0-1,1 1 0,0 0 1,5-5 162,5-10-221,194-343-847,-172 313 2153,-31 50-176,-12 14-531,1-3-403,-42 50 212,-49 65 21,50-68-136,-2-2 0,-2-2 0,-2-2 0,-17 9-72,-71 40 73,79-68-72,59-34-127,38-18 130,-22 11-2,48-47 36,48-58-38,-71 70 28,-1-2 0,-3-1 0,-3-2 0,21-46-28,-52 95 10,-3 6-7,0-1 0,-1 1-1,1-1 1,0 0 0,0 1 0,-1-1-1,1 0 1,-1 0 0,1 1 0,-1-1-1,0 0 1,0 0 0,1 1 0,-1-1-1,-1 0 1,1 0 0,0 0 0,0 1-1,-1-1 1,1 0 0,-1-1-3,0 2 11,0 0 1,1-1 0,-1 1 0,0 0-1,-1-1 1,1 1 0,0 0 0,0 0-1,0 0 1,-1 0 0,1 0 0,0 0 0,-1 0-1,1 0 1,-1 1 0,1-1 0,-1 0-1,1 1 1,-1 0 0,0-1 0,1 1-1,-1 0 1,1 0 0,-1 0 0,0 0-1,1 0 1,-1 0 0,0 0 0,1 0-1,-1 1 1,0-1-12,-53 22 407,21 2-269,1 1 0,1 1 0,1 2 1,2 1-1,-21 26-138,7-8 78,-27 23 134,-3-2 0,-56 39-212,70-74 202,106-54 259,-30 10-451,-2-1 1,0 0-1,0-1 1,9-11-11,-21 21-2,25-29-25,-1-1 0,-1-1 1,14-27 26,-18 27-11,47-81-9,-46 44-12,-22 70 29,-1 0-1,1 1 0,-1-1 0,0 0 1,0 0-1,1 0 0,-1 1 0,0-1 1,0 0-1,0 0 0,0 0 0,0 0 1,0 1-1,0-1 0,0 0 1,0 0-1,0 0 0,0 0 0,-1 1 1,1-1-1,0 0 0,-1 0 0,1 0 1,0 1-1,-1-1 0,1 0 0,-1 1 1,1-1-1,-1 0 0,0 1 0,1-1 1,-1 1-1,1-1 0,-1 1 1,0-1-1,0 1 0,1-1 0,-1 1 1,0 0-1,0-1 0,0 1 0,1 0 1,-1 0-1,0-1 0,0 1 0,0 0 1,0 0-1,1 0 0,-1 0 1,0 0-1,0 0 0,0 0 0,0 1 1,1-1-1,-1 0 0,0 0 0,0 1 1,0-1-1,1 0 0,-1 1 0,0-1 1,0 1-1,1-1 0,-1 1 1,0-1 3,-56 51-107,-132 124 155,127-118-8,27-39-3,34-18-36,0 1-1,0-2 1,1 1-1,-1 0 1,0 0-1,1 0 1,-1 0-1,0 0 1,0 0-1,1-1 1,-1 1-1,0 0 1,1-1-1,-1 1 1,1 0-1,-1-1 1,0 1 0,1-1-1,-1 1 1,1-1-1,-1 1 1,1-1-1,-1 0 1,1 1-1,0-1 1,-1 1-1,1-1 1,0 0-1,-1 1 1,1-1-1,0 0 1,0 0-1,0 1 1,0-1-1,-1 0 1,1 1-1,0-1 1,0 0-1,0 0 1,0 1-1,1-1 1,-1 0-1,0 0 1,0 1 0,0-1-1,1 0 1,-1 1-1,0-1 1,1 0-1,35-113-54,-24 81 1,2 1 0,1 1 0,1 1 0,14-20 53,-28 46 0,1 1-1,-1-1 0,0 0 1,0-1-1,0 1 1,-1 0-1,0 0 1,1-1-1,-2 1 1,1-1-1,0 1 0,-1-2 1,-1-2 7,-12 9 63,-8 7-49,1 0 1,0 2 0,0 0-1,-16 12-21,-48 53 20,32-30-10,-1-3-1,-26 15-9,51-40 139,28-30 522,14-28-620,80-97-126,72-108-362,-49 39 453,-83 125 119,-33 82-126,-1-1 1,1 1-1,-1-1 1,0 1-1,1-1 1,-1 1-1,1-1 1,-1 0-1,0 1 1,1-1-1,-1 1 1,0-1-1,0 0 1,0 1-1,1-1 1,-1 1-1,0-1 1,0 0-1,0 1 1,0-1-1,0 0 1,0 1-1,0-1 1,0 0-1,0 1 1,-1-1-1,1 0 1,0 1-1,0-1 1,0 0-1,-1 1 1,1-1-1,0 1 1,-1-1-1,1 1 1,-1-1-1,1 1 1,-1-1-1,1 1 0,-1-1 1,1 1-1,-1-1 1,1 1-1,-1 0 1,1-1-1,-1 1 1,1 0-1,-1 0 1,0-1-1,1 1 1,-1 0-1,0 0 1,1 0-1,-1 0 1,0 0-1,1 0 1,-1 0-1,0 0 1,1 0-1,-2 0 1,-3 2-4,-1 0-1,1 0 0,0 1 0,0 0 1,0 0-1,0 0 0,0 1 0,0-1 1,1 1-1,0 0 0,0 0 1,0 1-1,0-1 0,1 1 0,-1 0 1,1 1 4,1-3-1,-114 154 121,-24-25 4,132-129-39,12-17-16,61-98-67,14-29-22,-46 82 56,-32 58-35,0-1 0,1 1-1,-1-1 1,0 0-1,0 1 1,-1-1 0,1 0-1,0 0 1,-1 0-1,1 0 1,-1 0 0,1 1-1,-1-1 1,0 0-1,0 0 1,0 0 0,0 0-1,0 0 1,0 0-1,0 0 1,-1 0 0,0-1-1,1 2-1,0 1 1,-1-1 0,1 1-1,0 0 1,-1-1 0,1 1-1,-1 0 1,1 0 0,-1-1 0,1 1-1,-1 0 1,1 0 0,-1 0-1,1-1 1,-1 1 0,1 0-1,-1 0 1,1 0 0,-1 0-1,1 0 1,-1 0 0,1 0-1,-1 0 1,1 0 0,-1 0-1,1 0 1,-1 1 0,1-1-1,-1 0 1,1 0 0,-1 0 0,1 1-1,-1-1 1,1 0 0,0 1-1,-1-1 1,1 0 0,0 1-1,-1-1 1,1 0 0,0 1-1,-1-1 1,-28 28 11,-30 32 2,10 2 6,8-22 28,39-38-10,-2 1-150,4-15-49,28-106 184,-7 47-23,2 0 0,6-5 1,19-53-56,-47 125 53,1-3-11,1 1 1,-1-1-1,-1 0 1,1 0-1,-1 0 0,-1 0 1,1 1-1,-1-6 14,-1 11-3,1 0 0,-1 0 0,0 0 0,1 0 0,-1 0 1,0 1-1,0-1 0,1 0 0,-1 0 0,0 1 0,0-1 0,0 0 0,0 1 0,0-1 0,0 1 0,0-1 0,0 1 0,0 0 0,0 0 0,0-1 0,0 1 0,-1 0 0,1 0 0,0 0 0,0 0 0,0 0 0,0 0 0,0 0 0,0 0 0,0 1 0,0-1 0,-1 0 3,-4 1-3,-10-1 12,-43-5 136,-82-58-306,122 54-358,-1 1 1,-1 1 0,0 0-1,-17-2 519,23 7-638,18 3 713,-1-1 385,0 0 41,15 0-324,1-1 1,-1-1 0,0 0-1,-1-1 1,4-2-178,-14 3-43,-1-1 1,1 1-1,-1-1 1,0 0-1,0-1 0,0 1 1,-1-1-1,1 0 1,-1 0-1,0 0 1,0-1-1,0 1 0,0-1 1,-1 0-1,1-2 43,1 0-92,15-22-176,-2-1-1,-2-1 1,0-1-1,3-12 269,-15 38-834,-4 9 601,-1-1-185</inkml:trace>
  <inkml:trace contextRef="#ctx0" brushRef="#br1" timeOffset="193436.99">18095 1358 1928,'6'-61'5498,"-6"61"-5405,0-1 0,0 1 0,0-1 0,0 1 1,0-1-1,0 0 0,1 1 0,-1-1 1,0 1-1,0 0 0,1-1 0,-1 1 0,0-1 1,0 1-1,1-1 0,-1 1 0,1-1 1,-1 1-1,0 0 0,1-1 0,-1 1 1,1 0-1,-1 0 0,1-1 0,-1 1 0,1 0 1,-1 0-1,1 0 0,-1-1 0,1 1 1,-1 0-1,1 0 0,0 0-93,0 0 244,0 2 1075,0 31-1341,-1-16 16,-1 1 1,-1-1 0,-1 1-1,-1-1 1,0 0 0,-5 14 5,-71 199 53,64-188-22,-4 10 58,-2 0-1,-23 38-88,-34 51-25,65-94-757,14-46 699,0 0-1,0-1 1,0 1-1,0 0 1,0 0-1,0 0 1,0 0-1,0 0 1,0 0-1,1 0 1,-1 0-1,0 0 1,0 0-1,1-1 1,-1 1 0,1 0-1,-1 0 1,1 0-1,-1-1 1,1 1-1,-1 0 1,1 0-1,0-1 1,-1 1-1,1-1 1,0 1-1,0-1 1,0 1-1,-1-1 1,1 1-1,0-1 1,1 1 83,21 1-880</inkml:trace>
  <inkml:trace contextRef="#ctx0" brushRef="#br1" timeOffset="193777.64">18112 2251 4041,'-32'67'787,"-2"-1"1,-3-2-1,-3-2 1,-47 57-788,73-101 29,9-13-14,1-1-1,0 1 1,0-1-1,0 1 1,1 0-1,0 1 1,0-1-1,0 1 0,0-1 1,1 1-1,0 0 1,0 0-1,1 0 1,0 0-1,0 0 1,0 0-1,0 0 0,1 0 1,1 5-15,-1-9 45,1-1-1,-1 1 1,1 0 0,0-1-1,-1 1 1,1 0 0,0-1 0,0 1-1,1-1 1,-1 1 0,0-1-1,0 0 1,1 0 0,-1 1 0,0-1-1,1 0 1,-1 0 0,1 0-1,0 0 1,-1-1 0,1 1 0,0 0-1,-1-1 1,1 1 0,0-1-1,0 0 1,0 1 0,-1-1 0,1 0-1,0 0 1,0 0 0,0 0-1,-1-1 1,1 1 0,0 0-1,0-1 1,0 1 0,-1-1 0,1 0-1,1 0-44,0-1-22,1-1 0,-1 0-1,0 1 1,0-1 0,0 0-1,0-1 1,0 1 0,-1-1-1,0 1 1,1-1 0,-1 0-1,1-3 23,8-19-571,-2 0 0,-1-1 0,-1-1-1,-1 1 1,2-24 571,-8 48-56,13-86-750</inkml:trace>
  <inkml:trace contextRef="#ctx0" brushRef="#br1" timeOffset="194125.07">18035 1450 2953,'14'4'5728,"-17"2"-5512,-47 117 152,21-68-178,-3-1 0,-2-2 1,-2-1-1,-3-2 0,-1-1 1,-8 3-191,-13 18 89,8 9-120,53-78-24,-1 0 0,1 0 0,0-1 0,0 1 0,0 0 0,0 0 0,0 0 0,0 0 0,0 0 0,0-1 0,0 1-1,0 0 1,-1 0 0,1 0 0,0 0 0,0 0 0,0 0 0,0-1 0,0 1 0,-1 0 0,1 0 0,0 0 0,0 0 0,0 0 0,0 0 0,0 0 0,-1 0 0,1 0 0,0 0 0,0 0 0,0 0 0,0 0 0,-1 0 0,1 0 0,0 0 0,0 0 0,0 0 0,0 0-1,-1 0 1,1 0 0,0 0 55,17-14-582</inkml:trace>
  <inkml:trace contextRef="#ctx0" brushRef="#br1" timeOffset="195852.29">17991 1168 3777,'-4'-6'4029,"-30"46"-3445,-82 88-414,17-31-105,38-38 256,-44 55-321,-1 15 391,93-114-202,50-40-160,39-56-147,19-38 43,-23 35 28,21-38 47,-81 105-4,-1-1-1,0-1 0,-1 0 0,-1 0 0,-1-1 1,0 0-1,-2 0 0,0-1 0,-2 0 0,1-6 5,-7-33 18,2 59-6,0 0 0,0 0 0,-1 1 1,1-1-1,0 0 0,-1 0 0,1 0 1,-1 1-1,1-1 0,-1 0 0,1 1 1,-1-1-1,0 0 0,1 1 0,-1-1 1,0 1-1,1-1 0,-1 1 0,0-1 0,0 1 1,0-1-1,1 1 0,-1 0 0,0-1 1,0 1-1,0 0 0,0 0 0,0 0 1,1 0-1,-1 0 0,0 0 0,0 0 1,0 0-1,0 0 0,0 0 0,0 0 1,1 1-1,-1-1 0,0 0 0,0 1 1,0-1-1,0 0 0,1 1 0,-1-1 0,0 1 1,0-1-1,1 1 0,-1 0 0,1-1 1,-1 1-1,0 0 0,1-1 0,-1 1 1,1 0-1,-1 0 0,1-1-12,-85 80 815,-51 52-271,-10 9-287,-4 22-27,100-110-149,41-45-73,3-2 92,13-16 15,192-208 5,20-22-293,-217 238 170,4-3-8,-1-1-1,0 1 1,0-1 0,-1 0 0,1 0 0,-1 0-1,0-1 1,-1 1 0,0-1 0,0 0-1,0 0 1,0-3 11,-2 9-5,-1 0-1,1 0 0,0 0 0,-1 0 1,1-1-1,-1 1 0,1 0 1,-1-1-1,0 1 0,1 0 1,-1-1-1,0 1 0,0 0 1,0-1-1,0 1 0,0-1 1,0 1-1,-1 0 0,1-1 1,0 1-1,-1 0 0,1-1 0,-1 1 1,1 0-1,-1 0 0,0 0 1,1-1-1,-1 1 0,0 0 1,0 0-1,0 0 0,0 0 1,0 0-1,0 0 0,0 0 1,0 1-1,0-1 0,-1 0 6,-21 14-23,-234 200 437,100-102-350,152-110-64,9-12 57,22-25-35,-4 11-19,55-75-4,-67 83-2,0-1 0,-1 1-1,-1-2 1,3-10 3,-1-9-1,17 2 1,-20 32 10,-17 11 18,-37 41 100,25-21-109,-2-1-1,0-2 1,-1 0-1,-2-2 1,0-1 0,-2-1-1,0-1 1,-1-1-1,0-2 1,-23 8-19,50-23 2,2 0 0,-1-1 1,1 1 0,0 0 0,-1-1 0,1 1 0,-1-1-1,1 0 1,-1 1 0,1-1 0,-1 0 0,1 0 0,-1 0 0,1 0-1,-1 0 1,1 0 0,-1 0 0,1 0 0,-1-1 0,1 1-1,-1-1 1,1 1 0,0-1 0,-1 1 0,1-1 0,0 0 0,-1 0-1,0 0-2,1-3 14,0 0 0,1 1 0,-1-1-1,1 0 1,0 1 0,0-1 0,0 0 0,0 1-1,1-1 1,-1 0 0,1 1 0,0-1-1,0 0 1,0 1 0,1-1 0,0-1-14,-1 3 3,15-35 14,1 0-1,2 2 0,2 0 1,6-7-17,35-55-59,-61 97 56,-1-1 0,0 1 0,1-1 0,-1 0 0,0 1-1,1-1 1,-1 0 0,0 1 0,0-1 0,1 0 0,-1 1 0,0-1 0,0 0 0,0 0 0,0 1 0,0-1-1,0 0 1,0 1 0,0-1 0,-1 0 0,1 0 0,0 1 0,0-1 0,-1 0 0,1 1 0,0-1-1,-1 0 1,1 1 0,0-1 0,-1 1 0,1-1 0,-1 1 0,1-1 0,-1 1 0,1-1 0,-1 1-1,1-1 1,-1 1 0,0 0 0,1-1 0,-1 1 0,0 0 0,1-1 0,-1 1 0,0 0 0,1 0-1,-1 0 1,0 0 0,0 0 0,1 0 0,-1 0 0,0 0 0,1 0 0,-1 0 0,0 0 0,1 0-1,-1 0 1,0 0 0,0 1 0,1-1 0,-1 0 0,0 1 0,1-1 0,-1 0 0,1 1 0,-1-1-1,1 1 1,-1-1 3,-66 52-33,25-16 31,-29 26 19,-73 48-17,-35-1 53,167-98 23,21-12 73,15-15-108,-1 0 0,-1-2 0,0-1-1,-1 0 1,-1-2 0,-1 0-1,16-24-40,-1-4 4,-2-2 0,-3-1-1,4-12-3,-4 6 109,-29 58-104,0 0 0,-1 0 0,1 0 0,0 0 0,0 0 0,-1 0 0,1 0 0,0 0 0,0 0 0,0 0 0,-1 0 0,1 0 0,0 0 1,0 0-1,0 0 0,-1 0 0,1 0 0,0-1 0,0 1 0,0 0 0,0 0 0,-1 0 0,1 0 0,0 0 0,0 0 0,0-1 0,0 1 1,0 0-1,-1 0 0,1 0 0,0 0 0,0-1 0,0 1 0,0 0 0,0 0 0,0 0 0,0-1 0,0 1 0,0 0 0,0 0 0,0 0 1,0-1-1,0 1 0,0 0 0,0 0 0,0 0 0,0-1 0,0 1 0,0 0 0,0 0 0,0 0 0,0-1 0,0 1 0,0 0 0,0 0 1,0 0-1,0-1 0,1 1 0,-1 0 0,0 0 0,0 0-5,-68 24 100,-96 77-49,149-92-50,-13 9 0,-1-1-1,0-2 1,-1-1 0,-1-1-1,0-1 1,-1-2 0,0-1-1,-26 3 0,19-16-44,38 4 46,0 0-1,1 0 1,-1 0 0,0-1-1,0 1 1,1 0 0,-1-1-1,0 1 1,1-1-1,-1 1 1,0-1 0,1 1-1,-1-1 1,1 1-1,-1-1 1,1 0 0,-1 1-1,1-1 1,0 0-1,-1 1 1,1-1 0,0 0-1,-1 0 1,1 1 0,0-1-1,0 0 1,0 0-1,0 0 1,0 1 0,0-1-1,0 0 1,0 0-1,0 1 1,0-1 0,0 0-1,0 0 1,0 0-1,1 1 1,-1-1 0,0 0-1,1 1 1,-1-1 0,0 0-1,1 1 1,-1-1-1,1 0 1,-1 1 0,1-1-2,4-6 32,0 0 1,1 1-1,0 0 1,0 0-1,1 0 0,0 1 1,3-3-33,14-11 59,86-90 79,-93 97-130,-19 13-155,-4 3 147,-22 22 20,-81 59 11,35-38-30,57-39-162,0-2 0,0 0 1,-1-1-1,1-1 0,-1-1 0,0 0 0,-5-1 161,22-2-38,0-1 1,-1 1-1,1-1 0,0 0 0,0 0 0,0 0 0,-1 1 0,1-1 0,0 0 0,0 0 0,1 0 0,-1-1 0,0 1 0,0 0 0,0 0 0,1 0 0,-1-1 0,1 1 0,-1 0 0,1 0 0,-1-1 0,1 1 0,0-1 0,-1 1 0,1 0 0,0-1 0,0 1 0,0-1 0,0 1 0,1 0 0,-1-1 0,0 1 0,0 0 0,1-1 0,-1 1 0,1-1 38,-1-2 9,2-9-162,-2-1 0,0 1 0,0-1 1,-2 0-1,1 1 0,-4-11 153,4 20-23,0 1 0,0 0-1,0 0 1,-1 0 0,1 0-1,-1 0 1,0 0 0,0 0-1,0 0 1,0 1 0,0-1-1,0 1 1,-1-1 0,1 1 0,-1 0-1,0 0 1,0 0 0,0 0-1,0 1 1,0-1 0,0 1-1,0 0 1,0 0 0,0 0-1,-1 0 1,1 0 0,0 1-1,-1 0 1,-2-1 23,1 1 13,-1 1 1,1-1-1,-1 1 0,1 0 0,-1 1 1,1-1-1,-1 1 0,1 0 0,0 0 0,0 1 1,0-1-1,0 1 0,0 1-13,-144 104 58,92-71-744,5-1 322</inkml:trace>
  <inkml:trace contextRef="#ctx0" brushRef="#br1" timeOffset="208635.11">18143 3690 7674,'7'3'2141,"2"-1"903,-7-1 4029,-9-4-6695,-95-26 100,89 26-426,0 1-1,-1 1 0,1 0 1,0 0-1,-1 2 0,-2 0-51,10-1 17,-142 22 231,72-9-164,-182 22 166,169-28-208,1-5-1,-1-4 0,-8-4-41,-7-5 4,0-4-1,-24-11-3,-28-19-96,145 42 77,1 1 1,0 0-1,-1 0 1,1 1-1,-1 1 1,1 0-1,-1 0 0,1 1 1,-1 1-1,1-1 1,-1 2-1,1-1 0,0 2 1,-7 2 18,-38 22-103,14 0 58,39-27 38,0 0 0,0 0 0,0 1 1,0-1-1,0 0 0,0 1 0,1-1 0,-1 1 0,1-1 0,-1 1 1,1 0-1,0 0 0,-1 0 0,1 0 0,0 0 0,0 0 1,0 0-1,1 0 0,-1 0 0,0 0 0,1 0 0,0 1 1,-1 0 6,1-2 0,0 0 1,0 0 0,0 0-1,0 0 1,0 0 0,0 0-1,0 0 1,0 0 0,0 0 0,-1-1-1,1 1 1,0 0 0,-1 0-1,1 0 1,-1 0 0,1 0 0,-1-1-1,1 1 1,-1 0 0,0 0-1,1-1 1,-1 1 0,0 0-1,1-1 1,-1 1 0,0-1 0,0 1-1,0-1 1,0 1 0,0-1-1,1 1 1,-1-1 0,0 0-1,0 0 1,1 9 224,14 79-12,-14-44-133,21 57-50,-6-23-100,11 12-59,6 122-247,7 234-152,-30-339 514,0 18-248,15 57 262,-13-135-235,2-1 0,2-1 0,13 26 235,0 2-225,72 229 2,-52-156 234,-45-136-30,1 0 0,0 0-1,0 0 1,1 0 0,1-1 0,-1 0-1,5 5 20,-4-8-16,0 1-1,0-1 1,0-1-1,1 1 1,0-1-1,0 0 0,5 2 17,39 11 103,-42-16-66,0-1-1,0 0 1,0 0 0,1-1-1,-1-1 1,0 1 0,0-1-1,8-3-36,56-17 173,38-19 165,-57 29-88,0 1 1,1 3-1,1 3 0,-1 2 0,1 2 0,-1 3 1,31 6-251,-27-4 111,263 36 198,-237-28-283,17-1 8,-47-6-4,-1 2 0,0 2 0,6 4-30,90 33-5,-139-43 5,9 4-3,1-1-1,-1-2 1,1 0 0,0 0 0,11-1 3,4 1-10,-26-4 8,-1 1 0,0-1 0,1 0 0,-1-1 0,1 0 0,-1-1 0,9-1 2,24-1 6,-36 3-5,26 13 9,-20-6 7,-12-22-171,9-20 235,4 6-74,17-77 17,-16-25 49,-9 62-23,-2 0 0,-4 0-1,-7-40-49,-20-164 63,-7-14-46,11 73-9,12 117-6,-26-61-2,31 131 0,-10-86-8,20 39 1,-5 52 6,-1 0-1,-1 0 1,-1 0 0,-1 1-1,-2-2 2,4 8-1,-23-58-2,-10 1-3,-25-111-68,11 61-366,47 112 350,7 3-1299,-11-14 1349,-3-4 26,-16-18 4,26 40 10,-1 1 0,0 0-1,0 0 1,0 0 0,0 0-1,0 0 1,0 1 0,-1-1-1,1 1 1,0-1 0,-1 1-1,1 0 1,-1 0-1,0 0 1,1 0 0,-1 0-1,0 0 1,0 1 0,1 0-1,-1-1 1,-1 1 0,-3-1 1,-8 1 12,1-1 1,-1 2 0,1 0 0,-1 1 0,1 0-1,0 1 1,-8 3-14,-6 0 30,-36 6 40,0-3-1,-10-2-69,25-3-99,-1-3 0,1-2-1,-1-3 1,1-1 0,-39-10 99,-89-32-2758,94 24 1801</inkml:trace>
  <inkml:trace contextRef="#ctx0" brushRef="#br1" timeOffset="209272.15">18984 5785 5193,'8'0'1518,"-7"0"-1050,-6 1-16,-7 26 116,-14 3-229,12-17-244,-71 58 443,19-32-790,-1-3 0,-2-2 0,-72 23 252,107-45-1115,13-5 448</inkml:trace>
  <inkml:trace contextRef="#ctx0" brushRef="#br1" timeOffset="209571.39">19092 5298 5033,'31'-6'3945,"-42"12"-1578,-24 19-2163,-125 107 42,5-6-129,-83 111-33,63-57-73,77-75-540,75-78-980,20-30 95,9-16-406,3-10 678</inkml:trace>
  <inkml:trace contextRef="#ctx0" brushRef="#br1" timeOffset="209854.75">18920 5102 4417,'20'-29'4257,"-20"28"-4202,0 1-25,-1 0 0,1-1 0,0 1 0,0 0 0,0-1-1,0 1 1,0 0 0,0 0 0,0-1 0,-1 1 0,1 0 0,0 0 0,0 0 0,0-1-1,-1 1 1,1 0 0,0 0 0,0 0 0,0-1 0,-1 1 0,1 0 0,0 0 0,0 0-1,-1 0 1,1 0 0,0 0 0,-1 0 0,1 0 0,0-1 0,0 1 0,-1 0 0,1 0-1,0 0 1,-1 0 0,1 0 0,0 1 0,0-1 0,-1 0 0,1 0 0,0 0 0,0 0-1,-1 0 1,1 0 0,0 0 0,0 0 0,-1 1 0,1-1 0,0 0 0,0 0 0,-1 0-1,1 1 1,0-1 0,0 0 0,0 0 0,0 0 0,-1 1 0,1-1 0,0 0 0,0 0-1,0 1 1,0-1 0,0 0-30,-42 26 366,-42 43-41,30-30 20,-1-2 0,-16 5-345,-83 58 488,62-27-160,-49 55-328,0 0-264,41-33-965,-14-13-2947,98-70 2394,10-6 783</inkml:trace>
  <inkml:trace contextRef="#ctx0" brushRef="#br1" timeOffset="210140.77">18542 5243 7346,'-12'19'3766,"6"-15"-3300,-121 105 2492,-4 14-2958,71-65 157,-118 125 60,155-156-280,-1-2-1,-1 0 1,-1-1 0,-1-2 0,-1-1 0,-1-1 0,-1-1-1,-13 5 64,-108 41-2273,148-64 2106,1 0 1,-1 0 0,1 0 0,-1 0 0,0-1-1,1 1 1,-1-1 0,0 1 0,0-1 0,1 0-1,-1 0 1,0 0 0,1-1 0,-1 1 0,0-1-1,-1 0 167,-8-14-717</inkml:trace>
  <inkml:trace contextRef="#ctx0" brushRef="#br1" timeOffset="210426.23">17970 5496 6633,'18'-6'4457,"-37"8"-2734,-122 48-1237,105-34-486,1 1 1,1 1-1,1 2 0,1 2 1,0 0-1,2 3 1,-25 24-1,-74 74-898,107-104 687,-17 13-524,2 2-1,2 1 0,-4 8 736,23-24-749,16-19 706,0-1 1,0 1-1,-1 0 1,1 0-1,0 0 1,0 0-1,0 0 0,0 0 1,0 0-1,0-1 1,-1 1-1,1 0 1,0 0-1,0 0 1,0 0-1,0 0 1,-1 0-1,1 0 1,0 0-1,0 0 1,0 0-1,0 0 1,-1 0-1,1 0 1,0 0-1,0 0 1,0 0-1,0 0 1,-1 0-1,1 0 0,0 0 1,0 0-1,0 0 1,0 1-1,0-1 1,-1 0-1,1 0 1,0 0-1,0 0 1,0 0-1,0 0 1,0 0-1,0 1 1,-1-1-1,1 0 1,0 0-1,0 0 1,0 0-1,0 0 1,0 1-1,0-1 1,0 0 42,24-53-2670,1-1 2051</inkml:trace>
  <inkml:trace contextRef="#ctx0" brushRef="#br1" timeOffset="210734.71">17662 5241 4953,'12'-17'2537,"-17"11"-514,2 7-1853,-1 0 1,1 0-1,0 0 0,0 0 1,0 0-1,0 1 1,0 0-1,0-1 1,0 1-1,1 0 0,-1 0 1,0 0-1,1 1 1,0-1-1,-2 2-170,-27 28 701,1 1-1,-18 27-700,26-32 144,-52 67 385,-56 94-529,76-94 60,22-36-243,-3-2 1,-40 51 182,15-47-1355,58-60 1158,2 0 133,-1-1-1,1 1 0,0-1 1,-1 1-1,1-1 0,0 1 0,-1-1 1,1 1-1,-1-1 0,1 1 0,-1-1 1,1 0-1,-1 1 0,1-1 0,-1 0 1,1 1-1,-1-1 0,1 0 1,-1 0-1,1 0 0,-1 1 0,0-1 1,1 0-1,-1 0 0,1 0 0,-1 0 1,0 0-1,1 0 0,-1 0 0,1 0 1,-1 0-1,0 0 0,1-1 0,-1 1 1,1 0-1,-1 0 0,1 0 1,-1-1-1,0 1 0,1 0 0,-1-1 1,1 1-1,0 0 0,-1-1 0,1 1 1,-1-1 64,1-17-2011,7-12 874</inkml:trace>
  <inkml:trace contextRef="#ctx0" brushRef="#br1" timeOffset="210992.6">17263 5325 4345,'-8'26'2152,"-19"7"-503,-2 9-737,-10 11-440,-3 2-64,0 4-192,-2 0-112,-2-3-112,0-2-104,8-9-288,3-12-192,13-16-408,11-8-265,5-16-391,6-12 984</inkml:trace>
  <inkml:trace contextRef="#ctx0" brushRef="#br1" timeOffset="211250.34">17112 5395 2417,'23'-38'3652,"-24"34"-2166,-40 11 1187,-83 71-1309,100-64-1320,-12 8-330,1 1 0,-30 27 286,65-50-3,-1 1-98,0 0 0,0 0 0,0 0 0,0 0-1,0 0 1,0 0 0,0-1 0,0 1 0,-1 0 0,1-1-1,0 1 1,-1 0 0,1-1 0,0 0 0,-1 1-1,1-1 1,0 0 0,-1 0 0,1 0 0,-1 0 0,0 0 101,2 0-108,-1 0 0,0-1 0,1 1 0,-1-1 0,1 1 0,-1-1 1,1 1-1,-1-1 0,1 1 0,-1-1 0,1 0 0,-1 1 0,1-1 1,-1 0-1,1 1 0,0-1 0,0 0 0,-1 0 0,1 1 0,0-1 1,0 0-1,0 0 0,0 1 0,0-1 0,0 0 0,0 0 0,0 0 0,0 1 1,0-1-1,0 0 0,1 0 0,-1 1 0,0-1 0,0 0 0,1 1 1,-1-1-1,0 0 0,1 1 0,-1-1 0,1 0 0,-1 1 0,1-1 1,-1 1-1,1-1 0,0 1 0,-1-1 0,1 1 0,-1-1 0,2 1 108,51-70-2433,38-28 2889,-72 81 294,-1-1 0,-1-1 0,0-1 1,-2 0-1,0-1 0,-1-1 0,5-11-750,-19 32 59,1 1-1,-1-1 0,0 1 0,1-1 1,-1 1-1,0-1 0,1 1 0,-1-1 1,0 1-1,0-1 0,1 1 0,-1-1 0,0 0 1,0 1-1,0-1 0,0 1 0,0-1 1,0 0-1,0 1 0,0-1 0,0 1 1,0-1-1,0 1 0,0-1 0,0 0 1,-1 1-1,1-1 0,0 1 0,0-1 0,-1 1 1,1-1-1,0 1 0,-1-1 0,1 1 1,0-1-1,-1 1 0,1-1 0,-1 1-58,-25 4 1320,5 6-893,1 0 0,0 1 0,1 1-1,-5 5-426,11-9 120,-112 97 557,51-39-1040,17-30-1088,55-36 1384,2 1-31,-1 0 0,1-1 0,-1 1 0,0 0 0,1-1 0,-1 1-1,0 0 1,0-1 0,0 1 0,1-1 0,-1 0 0,0 1 0,0-1-1,0 0 1,0 1 0,0-1 0,0 0 0,1 0 0,-1 0 0,0 0 0,0 0-1,0 0 1,0 0 0,0 0 0,0 0 0,0 0 0,0 0 0,0-1-1,0 1 1,1 0 0,-1-1 0,0 1 0,0 0 0,0-1 0,0 1 0,1-1-1,-1 0 1,0 1 0,1-1 0,-1 0 0,0 1 0,1-1 0,-1 0-1,1 0 1,-1 1 0,1-1 0,-1 0 0,1 0 0,0 0 0,-1 0 98,-7-18-1182</inkml:trace>
  <inkml:trace contextRef="#ctx0" brushRef="#br1" timeOffset="211461.83">16742 4715 2993,'-16'42'1536,"-6"20"-416,-11 1-592,7 3-440,2 2-56,-3-21-216,5-8-248,-4-19-880,6-9 840</inkml:trace>
  <inkml:trace contextRef="#ctx0" brushRef="#br1" timeOffset="212203.71">16957 4079 2873,'-4'1'194,"0"0"0,0 0 0,0 0 0,0 1 0,0 0 0,0 0 0,1 0 0,-1 0 0,1 0 1,0 1-1,0-1 0,-1 1 0,1 1-194,-10 9 431,2 0 0,-1 1 1,2 0-1,0 0 0,-3 7-431,6-10 188,-120 189 2069,49-61-1722,77-135-650,-1-1 1,0 1-1,1 0 1,-2-1-1,1 1 1,0-1-1,-1 0 1,1 0 0,-1 0-1,0 0 1,0 0-1,0-1 1,-1 1-1,1-1 1,0 0 0,-2 1 114,4-3-43,1 0 0,-1-1 0,1 1 0,0 0 0,-1 0 0,1 0 0,-1 0 0,1 0 0,-1 0 0,1-1 0,-1 1 0,1 0 0,0 0 0,-1-1 0,1 1 0,0 0 0,-1-1 0,1 1 0,0 0 0,-1-1 0,1 1 0,0 0 0,0-1 0,-1 1 0,1-1 0,0 1 0,0 0 0,0-1 0,0 1 0,-1-1 0,1 1 0,0-1 0,0 1 0,0-1 0,0 1 0,0-1 0,0 1 0,0 0 0,0-1 0,0 1 0,1-1 0,-1 1 0,0-1 0,0 1 0,0-1 0,0 1 0,1 0 0,-1-1 43,3-14-167,1 0-1,0 0 0,1 1 0,1-1 0,0 1 0,1 0 0,0 1 0,1 0 0,7-9 168,5-9-65,56-90 1513,15-10-1448,-59 92 1300,1 0-1,2 3 1,21-17-1300,-28 22 2577,-30 32-1738,-138 126 327,35-24-1069,27-19-241,72-78 74,1 0-1,-1 0 1,-1 0-1,1-1 1,-1 0-1,0 0 1,0 0-1,-1-1 71,-18 7-415,26-11 397,-1 1-1,0-1 0,0 0 1,1 0-1,-1 1 0,0-1 0,0 0 1,0 0-1,1 0 0,-1 0 1,0 0-1,0 0 0,0 0 1,1 0-1,-1-1 0,0 1 0,0 0 1,1 0-1,-1-1 0,0 1 1,1 0-1,-1-1 0,0 1 1,1-1-1,-1 1 0,0-1 0,1 1 1,-1-1-1,1 1 0,-1-1 1,1 1-1,-1-1 0,1 0 1,-1 1-1,1-1 0,0 0 1,-1 0-1,1 1 0,0-1 0,0 0 1,0 0-1,-1 1 0,1-1 1,0 0-1,0 0 0,0 0 1,0 1-1,0-1 0,0 0 0,1 0 1,-1 1-1,0-1 0,0 0 1,0 0-1,1 1 0,-1-1 1,1 0 18,-1-1-24,3-20 32,0 1 0,2 0 0,1 1-1,0-1 1,2 1 0,0 0 0,1 1 0,1 0 0,11-17-8,-14 25 23,38-67 212,6 7 124,20-36 630,-27 55-108,-25 31-532,-22 18-277,1 3-42,-1 1-1,0-1 1,0 1-1,0 0 1,0 0-1,0 0 1,1 0-1,-1 1 1,1-1 0,-1 1-1,1-1 1,-1 1-1,-1 1-29,-165 146 822,-14-15-2012,179-131 1048,-1 0 0,1 0 0,-1 0 0,0 0 1,-1-1-1,1 0 0,0 0 0,0 0 0,-1-1 0,0 0 142,5 0-33,0-1 1,0 0-1,0 0 0,1 0 1,-1 0-1,0-1 1,0 1-1,0 0 0,0 0 1,0-1-1,0 1 0,0 0 1,0-1-1,1 1 0,-1-1 1,0 1-1,0-1 0,1 1 1,-1-1-1,0 1 0,1-1 1,-1 0-1,0 1 0,1-1 1,-1 0-1,1 0 0,-1 0 1,1 1-1,-1-1 0,1 0 1,0 0-1,0 0 0,-1 0 1,1 0-1,0 0 0,0 0 1,0 0 32,-1-8-86,1-1 1,0 0-1,1 0 1,0 1 0,1-1-1,0 0 1,0 1-1,1 0 1,1-1-1,-1 1 1,1 1-1,1-1 1,2-3 85,12-22-190,2 0 0,1 2-1,2 1 1,1 1 0,19-18 190,-27 30-101,1 0-1,1 1 1,1 1 0,0 0-1,7-2 102,-24 16-80,0-1 0,1 1 1,-1 0-1,1 1 0,0-1 0,0 0 0,0 1 0,-1 0 0,1 0 0,0 0 0,0 0 0,1 1 0,-1 0 0,0 0 0,0 0 0,0 0 1,0 0-1,0 1 0,0 0 0,0 0 0,0 0 0,0 0 0,0 1 0,-1-1 0,1 1 0,0 0 0,-1 0 0,1 0 0,2 3 80,18 25-1659,1 8 603</inkml:trace>
  <inkml:trace contextRef="#ctx0" brushRef="#br1" timeOffset="213314.22">17389 3785 5169,'26'-3'1571,"-1"1"-1,1 0 1,0 2-1,0 1 0,3 1-1570,-48 9 321,-62 49-261,-1-4-58,-33 19-413,113-74 383,-1 1-1,0-1 0,1 1 0,-1 0 0,1 0 1,-1 0-1,1 0 0,0 0 0,0 0 0,0 1 0,0-1 1,0 1-1,0-1 0,1 1 0,0 0 0,-1 0 1,1 0-1,0 0 0,0 0 0,0 0 0,1 0 0,-1 0 1,1 2 28,0-2-22,0 1 0,1-1 1,0 1-1,0-1 1,0 0-1,0 1 0,0-1 1,1 0-1,0 0 1,-1 0-1,1 0 0,0 0 1,0 0-1,1 0 1,-1-1-1,1 1 0,-1-1 1,1 0-1,0 1 1,0-1-1,0 0 0,0-1 1,0 1-1,0-1 1,2 1 21,5-3-29,1 0 0,-1-1 0,1 0 0,-1-1 1,0 0-1,0-1 0,0 0 0,-1 0 0,1-1 1,-1 0-1,4-3 29,2-1 27,103-62 256,-83 50-192,1 2-1,1 2 1,15-4-91,-22 8 95,2 1 1,0 1-1,0 2 1,1 1-1,15-1-95,-42 8 65,0 1 0,0-1-1,0 1 1,0 1 0,0-1-1,0 1 1,-1 0 0,1 0-1,0 0 1,1 2-65,-5-3 16,-1 1-1,0 0 1,0 0 0,0 0-1,0 0 1,0 0-1,0 0 1,0 0-1,0 0 1,-1 1 0,1-1-1,0 0 1,-1 0-1,1 1 1,0-1 0,-1 0-1,0 1 1,1-1-1,-1 0 1,0 1 0,0-1-1,0 1 1,0-1-1,0 1 1,0-1-1,0 0 1,0 1 0,-1-1-1,1 1-15,-1 3 11,-1 0 0,0 0 0,0 0 0,0 0 0,-1 0 0,0 0 0,1 0 0,-2-1 0,1 1 0,-1-1 0,1 0 0,-2 0-11,-4 8 14,-79 80 62,-64 8-202,123-79 6,29-21 115,-1 0-1,1 0 0,0 0 1,-1 0-1,1 0 0,0 0 1,-1 0-1,1 0 0,0 0 1,-1 0-1,1 0 1,0 1-1,-1-1 0,1 0 1,0 0-1,-1 0 0,1 0 1,0 1-1,0-1 0,-1 0 1,1 0-1,0 0 1,0 1-1,-1-1 0,1 0 1,0 1-1,0-1 0,0 0 1,0 0-1,-1 1 0,1-1 1,0 0-1,0 1 0,0-1 1,0 0-1,0 1 1,0-1-1,0 0 0,0 1 1,0-1-1,0 0 0,0 1 1,0-1-1,0 0 0,0 1 1,0-1-1,0 0 1,0 1-1,0-1 0,1 0 1,-1 1-1,0-1 0,0 0 1,0 0-1,0 1 0,1-1 1,-1 0-1,0 0 0,0 1 1,1-1-1,-1 0 6,9-3-52,136-51-96,19-42 45,160-85-357,-280 158 452,-20 10 60,-24 13-50,1 0 1,-1 0-1,1 0 0,-1 0 0,1 0 0,-1 0 0,0 1 0,1-1 0,-1 0 0,1 0 0,-1 0 1,0 1-1,1-1 0,-1 0 0,0 0 0,1 1 0,-1-1 0,0 0 0,1 1 0,-1-1 1,0 0-1,0 1 0,1-1 0,-1 0 0,0 1 0,0-1 0,0 0 0,0 1 0,0-1 0,1 1 1,-1-1-1,0 1 0,0-1 0,0 0 0,0 1 0,0-1 0,0 1 0,0-1 0,0 1 0,0-1 1,-1 0-1,1 1 0,0-1 0,0 1 0,0-1 0,0 0 0,-1 1 0,1-1 0,0 1 0,0-1 1,-1 0-1,1 1 0,0-1 0,0 0 0,-1 0 0,1 1 0,0-1 0,-1 0 0,1 1-2,-55 85 183,-105 122 232,68-94-296,43-42-86,39-44-21,26-26-207,54-35-277,21-24-11,41-35 483,-42 27-85,40-23 73,-120 82 36,41-18 251,-50 24-265,-1 0 1,1-1 0,0 1-1,0 0 1,-1 0 0,1 0-1,0 0 1,0 0-1,-1 0 1,1 0 0,0 0-1,0 0 1,-1 1 0,1-1-1,0 0 1,0 0 0,-1 1-1,1-1 1,0 0 0,-1 1-1,1-1 1,0 1 0,-1-1-1,1 1 1,-1-1-1,1 1 1,-1-1 0,1 1-1,-1-1 1,1 1 0,-1 0-1,1-1 1,-1 1 0,0 0-1,1 0 1,-1-1 0,0 1-1,0 0-10,1 32 54,-2-21-19,-17 123 225,-20 19 62,-9-47-186,34-71-290,11-33 75,7-1-571,147-67-1621,-18 4 2124,-98 56 743,-35 6-559,0 0-1,0 0 1,0-1-1,0 1 1,0 0-1,0 0 1,0 0-1,0 0 1,-1 0-1,1 0 1,0 0-1,-1 1 1,1-1-1,0 0 0,-1 0 1,0 0-1,1 1 1,-1-1-1,0 0 1,0 0-1,1 1 1,-1-1-1,0 0 1,0 1-1,-1 0-36,3 47 270,-2-1 1,-3 0-1,-5 24-270,-7 48 513,22-67-248,-16 43 123,8-89-372,-1-1 1,1 0 0,-1 1 0,0-1-1,-1 0 1,1 0 0,-1 0-1,-1 0 1,0 2-17,-3 3 16,-8 49-80,14-51-80,3 0 55</inkml:trace>
  <inkml:trace contextRef="#ctx0" brushRef="#br1" timeOffset="-209781.73">15208 4913 5929,'-39'-11'2149,"30"7"-139,13 2-1145,-3 1 333,-1 1-178,0 0 3,-4-1 4293,-4 3-4839,-61 29-222,55-23-233,-9 3 18,0 0 0,0-1-1,0-1 1,-15 2-40,-5-3 23,-1-2 1,1-2-1,-1-2 1,0-2-1,0-2 1,0-2-1,-33-7-23,-327-44 81,63 34-25,48-10-1,274 29-50,9 1-1,-1 0 0,0 1-1,0 0 1,0 1 0,1 0 0,-1 1 0,-3 1-4,-21 6-9,16-1-29,15 8 14,3-15 33,0 0-1,0 0 1,1 0 0,-1 0-1,0-1 1,0 1-1,0 0 1,0 0-1,0-1 1,0 1-1,0 0 1,-1-1-1,1 1 1,0-1-1,0 0 1,0 1-1,-1-1 1,1 0-1,0 0 1,0 0-1,0 0 1,-1 0-1,1 0-8,-1 8 141,13 39-96,-8-32-43,8 69-1,-11 35-17,-4 15-30,1-46 42,8 42-461,-10 118 465,1-127-195,8 46-202,-4-163 373,0 1 1,1-1-1,-1 1 1,1 0 0,0-1-1,0 1 1,0-1-1,1 0 1,0 1-1,-1-1 1,2 0 0,-1 0-1,0 0 1,1 0-1,0-1 1,-1 1 0,2-1-1,-1 1 24,16 37-477,-18-37 420,0 1 0,0-1 1,0 1-1,-1 0 0,0-1 1,0 1-1,0-1 0,0 1 0,-1 0 1,0-1-1,0 2 57,0-2-64,0 0 0,0 0 0,1 0 0,0 1 0,-1-1 0,1 0 0,1 0 0,-1 0 0,1 0 0,0 0 0,-1 0 0,2 0-1,-1 0 1,0 0 64,0-2-16,0-1 12,-1-1 1,1 0-1,-1 1 0,1-1 1,-1 1-1,1-1 1,-1 1-1,0-1 0,1 1 1,-1-1-1,0 1 1,0-1-1,1 1 0,-1-1 1,0 1-1,0 0 1,0-1-1,0 1 0,1-1 1,-1 1-1,0 0 1,0-1-1,0 1 0,0-1 1,-1 1-1,1 0 0,0-1 1,0 1-1,0-1 1,0 1-1,-1 0 0,1-1 1,0 1-1,0-1 1,-1 1-1,1-1 0,-1 1 1,1-1-1,0 1 1,-1-1-1,1 0 0,-1 1 4,1-1 22,0 0-1,1 3-58,49 85 391,-49-87-319,0 0 0,0 0 0,0 0 0,0-1 0,0 1 0,1 0 0,-1-1-1,0 1 1,0 0 0,1-1 0,-1 0 0,0 1 0,1-1 0,-1 0-1,0 1 1,1-1 0,-1 0 0,1 0 0,-1 0 0,0 0 0,1-1-35,4 2 101,27 8 239,-12 3-222,-13-8-69,-1 0 1,1 0-1,0 0 1,0-1-1,0 0 0,0-1 1,1 0-1,-1 0 1,1-1-1,1 1-49,12 0 189,0-1 0,0 0 1,0-2-1,0 0 0,0-2 0,20-4-189,58-25 496,-55 18-353,0 1 0,1 2 0,1 3 0,-1 1 0,1 2 0,0 3-1,25 2-142,-24 7 188,0 3 0,-1 1 1,-1 3-1,0 1 0,20 11-188,12 3 279,2-4 0,74 12-279,366 58 0,-453-89-60,1-3-1,0-3 1,3-4 60,-59 4 0,23-1-3,-1 2 1,0 1-1,15 4 3,79 2-33,-56-7 2,-50-1-10,-21 0 18,-1 0 0,0 0 5,0 0-4,0 0 5,0 0 1,0 0 1,0 0 5,0 0-5,0 0-1,0 0-1,0 0-7,0 0-6,0 0 4,0 0-4,0 0 5,0 0 6,0 0 23,0 0 6,0 0-24,1-11-126,3-20 133,-1 16 7,-1 1-1,-1-1 1,-1 1 0,0-1-1,0 0 1,-2-3 0,-23-169 31,19 84-14,3 61-8,-3 0-1,-10-41-8,0 22 7,8-8 0,-10-95-7,13 75-6,-8-67 12,13 119-1,2-1 0,2 0 1,3-6-6,-5 32-2,0 0 0,0 1 0,-2-1 0,1 0 0,-2-1 1,1 1-1,-2 1 0,-1-9 2,-8-51-95,-10-91-434,15 118 358,-3 17 119,11 17 40,-1 10-13,-1 0-22,0 0-17,0 0-12,-6-4-156,-46-8 181,35 10 49,-197-24 86,172 21-59,-93-12 46,-1 6 1,-50 5-72,103 11 5,52-2-16,-1-2 1,0 0 0,0-2 0,0-2 0,1 0 0,-26-8 10,-4-10-215,8 0-270,46 17 267,1 1 1,0-2 0,1 1 0,-1-1-1,1 1 1,0-2 0,0 1 0,0 0-1,1-1 1,-1-1 217,-2-17-680</inkml:trace>
  <inkml:trace contextRef="#ctx0" brushRef="#br1" timeOffset="-209061.43">16036 6143 5537,'-6'5'5615,"-11"-3"-2743,-7 10-3144,15-8 508,-120 79-28,-20 43-110,-4 4-1583,146-126 1198,6-2 124,0-1 0,-1 0 1,1 0-1,-1 0 0,1 0 0,0 0 0,-1 0 1,0-1-1,1 1 0,-1-1 0,1 1 0,-1-1 1,0 1-1,1-1 0,-1 0 0,0 0 0,0 0 1,1 0-1,-1 0 0,0 0 163,-8-6-1264</inkml:trace>
  <inkml:trace contextRef="#ctx0" brushRef="#br1" timeOffset="-208785.43">16077 5767 5081,'-1'0'149,"0"0"1,0 0-1,0 0 0,0 0 1,0 0-1,0 0 0,0 0 1,0 0-1,1 0 0,-1 1 1,0-1-1,0 0 0,0 0 1,0 1-1,0-1 0,1 1 1,-1-1-1,0 1 0,0-1 1,1 1-1,-1-1 0,0 1 1,1 0-1,-1-1 0,1 1 1,-1 0-1,1 0 0,-1 0 1,1-1-1,-1 1 0,1 0 1,0 0-1,-1 0 0,1 0 1,0-1-1,0 1 0,0 0 1,-1 1-150,-2 4 50,-11 18 20,-2-1 0,-1-1-1,-1-1 1,0 0-1,-2-2 1,0 0 0,-1-1-1,-11 6-69,24-17 6,-81 64 14,25-20-2,2 2 0,-36 41-18,-50 86-1080,125-158-1598,21-28 1836</inkml:trace>
  <inkml:trace contextRef="#ctx0" brushRef="#br1" timeOffset="-208260">15921 5597 4409,'5'-3'5573,"-9"6"-3560,-14 32-1795,-182 214-22,154-197-177,-3-1 0,-2-2-1,-42 29-18,8-17-294,-3-4 0,-77 36 294,163-92-68,0 1-1,1-1 0,-1 0 0,0 0 1,0 0-1,0-1 0,0 1 1,0 0-1,0-1 0,-1 1 1,1-1-1,0 0 0,0 1 1,0-1-1,0 0 0,0 0 1,-1-1-1,0 1 69,2-1-35,1 1 1,0-1 0,-1 0-1,1 1 1,-1-1-1,1 0 1,0 1-1,0-1 1,-1 0 0,1 1-1,0-1 1,0 0-1,0 1 1,0-1-1,0 0 1,0 0-1,0 1 1,0-1 0,0 0-1,0 0 1,0 1-1,0-1 1,1 0-1,-1 1 1,0-1-1,1 0 1,-1 1 0,0-1-1,1 0 1,-1 1-1,0-1 1,1 1-1,-1-1 1,1 1-1,0-1 1,-1 1 0,1-1-1,-1 1 1,1-1-1,0 1 1,0-1 34,2-3-168,6-8-165,1 0 0,0 1 1,1 0-1,0 1 1,12-9 332,178-124-1437,-82 41 1575,-28 16 380,-54 54-214,-35 30-266,-1 1 0,1-1 0,0 0 0,-1 0 0,0 0 0,1 0 0,-1 0 0,0 0-1,0 0 1,0 0 0,0-1 0,-1 1 0,1 0 0,-1-1 0,1-1-38,-1 4 2,0-1 11,0 1 0,0-1 1,0 1-1,0-1 0,0 1 0,0 0 0,0-1 0,0 1 0,0-1 0,0 1 0,-1 0 1,1-1-1,0 1 0,0-1 0,0 1 0,-1 0 0,1-1 0,0 1 0,0 0 0,-1-1 0,1 1 1,0 0-1,-1-1 0,1 1 0,0 0 0,-1 0 0,1-1 0,0 1 0,-1 0 0,1 0 0,-1 0 1,1 0-1,0-1 0,-1 1 0,1 0 0,-1 0 0,1 0 0,-1 0 0,1 0 0,0 0 1,-1 0-1,1 0 0,-1 0 0,1 0 0,-1 1 0,1-1 0,0 0 0,-1 0 0,1 0 0,-1 0 1,1 1-1,0-1 0,-1 0 0,1 0 0,0 1 0,-1-1 0,1 0 0,0 1 0,-1-1 1,1 0-1,0 1 0,0-1 0,-1 0 0,1 1 0,0-1 0,0 0 0,0 1 0,0-1 0,-1 1-13,-199 149 1673,-117 53-1381,129-48-2154,185-153 1694,1 0-1,0 0 1,-1 0 0,0 0-1,1 0 1,-1 0 0,0-1-1,0 1 1,0-1-1,0 0 1,0 0 0,0 0-1,0 0 1,0-1 0,0 1-1,-1-1 169,-12-1-844</inkml:trace>
  <inkml:trace contextRef="#ctx0" brushRef="#br1" timeOffset="-207348.34">15006 6081 5465,'24'5'3206,"-26"-1"-2644,-40 17 118,-45 19 3,-110 70-211,121-59-494,-47 28-894,104-71 377,19-8 519,-1 0 0,1 0 0,0 1 0,0-1-1,0 0 1,0 0 0,-1 0 0,1 1-1,0-1 1,0 0 0,-1 0 0,1 0 0,0 0-1,0 0 1,-1 1 0,1-1 0,0 0 0,0 0-1,-1 0 1,1 0 0,0 0 0,0 0 0,-1 0-1,1 0 1,0 0 0,-1 0 0,1 0-1,0 0 1,0 0 0,-1 0 0,1 0 0,0-1-1,0 1 1,-1 0 0,1 0 0,0 0 0,0 0-1,-1 0 1,1-1 0,0 1 0,0 0 0,0 0-1,-1 0 1,1-1 0,0 1 0,0 0-1,0 0 1,0 0 0,-1-1 0,1 1 0,0 0-1,0 0 1,0-1 0,0 1 0,0 0 0,0-1-1,0 1 1,0 0 0,0 0 0,0-1 0,0 1-1,0 0 1,0 0 0,0-1 0,0 1 0,0 0 20,9-16-479,82-105-631,-59 67 829,59-56 284,-46 65 535,-27 29-147,-10 11 37,-2-1 1,1 0-1,0 0 0,-1-1 1,0 0-1,-1 0 0,4-6-428,-8 9 1582,-11 5-74,-28 15-1132,-182 89 283,-99 5-698,248-86-846,71-24 792,0 0 0,-1 0 0,1 0 0,0 0 1,0 0-1,-1-1 0,1 1 0,0 0 0,0 0 0,-1 0 0,1 0 1,0 0-1,0-1 0,0 1 0,-1 0 0,1 0 0,0-1 0,0 1 1,0 0-1,-1 0 0,1 0 0,0-1 0,0 1 0,0 0 1,0-1-1,0 1 0,0 0 0,0 0 0,0-1 0,0 1 0,0 0 1,0 0-1,0-1 0,0 1 0,0 0 0,0-1 0,0 1 0,0 0 1,0 0-1,0-1 0,0 1 0,0 0 0,0 0 0,0-1 0,1 1 1,-1 0-1,0 0 0,0-1 0,0 1 0,1 0 0,-1 0 0,0 0 1,0-1-1,0 1 0,1 0 0,-1 0 0,0 0 0,0 0 0,1-1 93,19-27-776,65-63-27,-80 86 894,0-1 0,0 0 0,-1 0 0,0-1 0,0 0 0,0 1 0,-1-1 0,0 0 0,0 0 0,-1-1 0,0 1 0,0-1 0,-1 1 0,0-1 0,0-5-91,-1 13 35,0-1 0,0 1 0,0 0 0,0-1 0,0 1 0,0 0 1,0 0-1,0 0 0,0-1 0,-1 1 0,1 0 0,0 0 0,0-1 0,0 1 1,0 0-1,-1 0 0,1 0 0,0-1 0,0 1 0,0 0 0,-1 0 0,1 0 1,0 0-1,0 0 0,-1 0 0,1-1 0,0 1 0,0 0 0,-1 0 0,1 0 1,0 0-1,0 0 0,-1 0 0,1 0 0,0 0 0,0 0 0,-1 0 0,1 0 1,0 0-1,-1 0 0,1 1 0,0-1 0,0 0 0,-1 0 0,1 0 1,0 0-1,0 0 0,0 0 0,-1 1 0,1-1 0,0 0 0,0 0 0,0 0 1,-1 1-1,1-1 0,0 0-35,-43 38 1535,-77 75-747,46-36-655,36-36-473,-2-2-1,-40 30 341,58-58-535,22-11 500,-1 1-1,1-1 1,-1 0 0,1 0-1,-1 0 1,1 0 0,-1-1-1,1 1 1,-1 0 0,1 0-1,-1 0 1,1 0 0,-1 0-1,1-1 1,-1 1 0,1 0-1,0 0 1,-1-1 0,1 1-1,-1 0 1,1-1 0,0 1-1,-1 0 1,1-1 0,0 1-1,-1-1 1,1 1 0,0 0-1,0-1 1,-1 1 0,1-1-1,0 1 1,0-1 0,0 1-1,0-1 1,0 1 0,0-1-1,-1 1 1,1-1 0,0 1-1,0-1 1,1 1 0,-1-1-1,0 1 1,0-1 35,0-1-117,0-4-6,1-1 0,0 1 0,0-1-1,1 1 1,0 0 0,0-1 0,1 1 0,-1 0 0,1 0 0,1 1-1,-1-1 1,1 1 0,0-1 0,0 1 0,1 0 0,3-3 123,-8 8-1,21-25 57,0 0 201,-1-1 0,-1 0 0,5-10-257,-24 35 18,1 1 0,-1-1 0,1 0 0,-1 0 0,1 0 0,-1 0 0,1 0 0,-1 0 0,0 0 0,1 0 0,-1 0 0,0 0 0,0 0 0,0 0 0,0 0 0,0 0 0,0 0 0,0 0 0,0 0 0,0 0 0,0 0 0,-1 0 0,1 0 0,0 0 0,-1 1 0,1-1 1,-1-1-19,-7 2 461,-110 12-17,-51 20-609,64-6-1914,103-25 1956,-1 0 0,0 1 0,1 0 1,0 0-1,-1 0 0,1 0 0,0 0 1,0 0-1,0 0 0,0 1 0,0-1 1,1 1-1,-1-1 0,1 1 0,-1 0 1,1-1-1,0 1 0,0 0 0,0 0 0,1 0 1,-1 0-1,1 0 0,-1 0 0,1 0 1,0 0-1,0 0 0,1 0 0,-1 0 1,1 0-1,-1 0 0,1 0 0,0 0 1,0-1-1,0 1 0,0 0 0,1 0 1,-1-1-1,1 1 0,-1-1 0,1 1 1,0-1-1,0 0 0,0 0 0,2 2 123,9-1-200</inkml:trace>
  <inkml:trace contextRef="#ctx0" brushRef="#br1" timeOffset="-207082.54">13664 6220 728,'104'-127'1298,"-96"115"-912,-1 0 1,0-1 0,-1 0-1,0 0 1,-1 0 0,0-1-1,-1 0 1,-1 1 0,0-2-1,-1 1 1,0 0-1,-1-11-386,-3 23 919,-3 6 264,-2 3-652,-104 108-15,87-91-624,-2-2 0,-1-1-1,-1-1 1,0-1 0,-29 13 108,54-30-19,0-1-81,1 1 0,-1 0 0,0 0 0,0-1 0,0 0 0,1 1 0,-1-1 0,0 0 0,-1 0 0,1-1 0,0 1 0,0-1 0,0 0 1,0 1-1,0-1 0,-1-1 0,1 1 0,0 0 0,0-1 0,0 1 0,-3-2 100,-8-15-482</inkml:trace>
  <inkml:trace contextRef="#ctx0" brushRef="#br1" timeOffset="-206614.91">13539 5017 3569,'0'-3'2416,"-2"3"145,2 0-785,-1 0-856,-1 0-279,0 0-377,0 0-112,0 0-88,-1 5-32,-5 8-104,5-4-72,-3 0-248,2-1-193,-1-3-711,-1 1-632,5-6 1216</inkml:trace>
  <inkml:trace contextRef="#ctx0" brushRef="#br1" timeOffset="-205957.45">16075 5252 2737,'-15'1'5173,"-36"11"-4837,-1 7-256,49-18-44,0 0 0,-1 1 0,1-1 0,0 1-1,0-1 1,0 1 0,0 0 0,0 0 0,1 1 0,-1-1 0,1 1 0,-1-1 0,1 1 0,0 0 0,0-1 0,0 1 0,0 0 0,0 1 0,1-1 0,-1 0-36,2-2 8,-96 171 1819,96-172-1825,-100 158 526,-65 74-528,145-207 8,-1 0-1,-1-2 1,-1 0-1,-2-1 1,0-1-8,20-17-24,4-3-11,-1 0 0,1 1 0,-1-1 0,1 0 0,-1 0-1,0 0 1,0 0 0,1 0 0,-1 0 0,0 0-1,0-1 1,0 1 0,0-1 0,0 1 0,0-1 0,0 0-1,0 0 1,0 0 0,0 0 0,0 0 35,-2-18-1456,5 15 1232,-1 0 1,1-1-1,-1 1 1,1 0 0,0-1-1,0 1 1,0 0-1,1 0 1,-1 0-1,1 0 1,0 0 0,0 0-1,0 0 1,0 1-1,1-2 224,39-30-1056</inkml:trace>
  <inkml:trace contextRef="#ctx0" brushRef="#br1" timeOffset="-204535.64">15901 5120 5009,'-1'-3'2244,"1"2"-2215,0 1 1,1-1 0,-1 1 0,0 0-1,0-1 1,0 1 0,0-1-1,0 1 1,0-1 0,0 1 0,0 0-1,-1-1 1,1 1 0,0-1-1,0 1 1,0 0 0,0-1 0,-1 1-1,1-1 1,0 1 0,0 0-1,-1-1 1,1 1 0,0 0 0,0-1-1,-1 1 1,1 0 0,0 0 0,-1-1-1,1 1 1,-1 0 0,1 0-1,0 0 1,-1-1 0,1 1 0,-1 0-1,1 0 1,0 0 0,-1 0-1,1 0 1,-1 0 0,1 0 0,0 0-1,-1 0 1,1 0 0,-1 0-1,1 0 1,-1 0-30,-66 24 138,15 1-50,1 3 1,2 2 0,-25 20-89,-158 144 298,208-175-422,1 1 1,1 2 0,1 0-1,-9 14 124,22-15-432,16-20-311,-3-5-37,-1 2 749,1-1-1,-1 0 1,0 1-1,1-1 1,-2-1 0,1 1-1,0-1 1,-1 0-1,1 1 1,1-4 31,8-8-29,6-6 10,4-3-7,-2-1 1,-1-1-1,7-12 26,77-124 100,-87 134 96,45-95 3102,-62 123-3264,0 0 0,0 0-1,-1 1 1,1-1 0,0 0-1,0 0 1,0 0 0,-1 0-1,1 0 1,0 0 0,0 0-1,-1 0 1,1 0-1,0 0 1,0 0 0,-1 0-1,1-1 1,0 1 0,0 0-1,0 0 1,-1 0 0,1 0-1,0 0 1,0 0-1,0 0 1,-1-1 0,1 1-1,0 0 1,0 0 0,0 0-1,0 0 1,0-1 0,-1 1-1,1 0 1,0 0 0,0 0-1,0-1 1,0 1-1,0 0 1,0 0 0,0-1-1,0 1 1,0 0 0,0 0-1,0 0 1,0-1 0,0 1-1,0 0 1,0 0-1,0-1 1,0 1 0,0 0-1,0 0 1,0-1 0,0 1-1,0 0 1,0 0 0,1 0-34,-21 10 9,1 0 0,0 2 1,1 0-1,1 2 0,-1 0-9,-2 3 2,-1-1-1,-1-1 0,-22 11-1,-106 56 19,123-66-8,12-7 0,0 0 0,1 1 1,0 0-1,0 1 0,1 1 1,-1 2-12,-16 16 6,25-31-201,9-16-1014,25-27 574,95-92-809,-25 32 549,-24-1 1451,-69 92 58,-18 17 582,-21 22-861,-112 99 134,-39-4-307,143-96-220,-41 20-455,75-41 398,-31 8-961,37-13 1022,0 1 1,0-1 0,0 1-1,0-1 1,0 0 0,0 1-1,0-1 1,1 0 0,-1 0-1,0 0 1,0 1 0,1-1-1,-1 0 1,1 0 0,-1 0-1,0 0 1,1 0-1,0 0 1,-1 0 0,1 0-1,0-1 1,-1 1 0,1 0-1,0 0 1,0 0 0,0 0-1,0 0 1,0 0 0,0-1-1,0 1 1,1 0 0,-1 0-1,0 0 1,1 0 0,-1 0-1,1 0 1,-1 0 0,1 0-1,-1 0 1,1 0 0,-1 0-1,1 0 1,0 0 53,38-52-700,-28 41 656,78-78 362,34-34 1999,-104 93-634,-27 35 141,-18 23-1486,18-19-292,-13 12 50,0-2 0,0 0 0,-2-1 0,-6 3-96,-7 1 35,-2-3 0,0 0 0,-16 3-35,-42 6-181,93-26 129,-1 0 0,0-1 0,0 1 0,0-1 0,1 0 0,-1 0 0,0 0 0,0 0 0,0-1 0,1 1 0,-1-1 0,0 0 0,1 0 0,-1-1 0,0 1 0,1-1 0,0 1 0,-1-2 52,2 2-34,1 1-16,-1-1 1,0 0-1,1 0 1,-1 0-1,0 0 1,1 0-1,-1 0 1,1 0-1,0 0 1,-1-1-1,1 1 0,0-1 1,0 1-1,0-1 1,0 1-1,0-1 1,0 1-1,0-1 1,1 0-1,-1 0 1,1 1-1,-1-1 0,1 0 1,-1 0-1,1 0 1,0 0-1,0 1 1,0-1-1,0 0 1,0 0-1,1 0 1,-1 0-1,0 1 0,1-1 1,0-1 49,10-18-147,1 1 0,1 0 0,0 1 0,16-16 147,51-51 1208,-79 85-1176,0 0 0,0 0 0,0 0 0,0 0 1,0-1-1,0 1 0,0 0 0,0 0 0,-1 0 0,1-1 0,0 1 0,-1 0 0,1-1 0,-1 1 0,1-1 1,-1 1-1,0 0 0,0-1 0,0 1 0,1-1 0,-1 1 0,-1-1 0,1 1 0,0-1 0,0 1 0,0 0 1,-1-1-1,1 1 0,-1-1 0,1 1 0,-1-1-32,-2-2 16,1 1 0,-1 0 1,0 0-1,0 0 0,0 0 0,0 1 0,0-1 0,-1 1 1,1 0-1,-1-1 0,0 2 0,1-1 0,-1 0 1,0 1-1,0 0 0,0 0 0,0 0 0,0 0 1,0 1-1,-1-1 0,1 1 0,0 0 0,0 0 1,0 1-1,0-1 0,0 1 0,0 0 0,-3 1-16,-108 43 117,70-24-92,-33 13-85,2 4 0,-17 14 60,81-45-34,-43 20-263,47-39 42,8 10 246,-1 0 0,1 0 0,0 0 0,0 0 0,0 0 0,0 0 1,1 0-1,-1 0 0,0 0 0,1 0 0,-1 0 0,1 1 0,0-1 0,0 0 0,0 0 0,0 0 0,0 0 9,5-11-25,22-84-56,-23 76 77,0 1 1,-2-1 0,0 0-1,-1 0 1,-1 0 0,-1-10 3,-1 25 9,1 1 0,-1-1 0,0 1 0,0-1 0,-1 1 1,0 0-1,1 0 0,-2 0 0,-1-5-9,2 8 12,0 1 0,0-1-1,1 0 1,-1 1 0,0-1-1,0 1 1,-1 0 0,1-1-1,0 1 1,0 0 0,-1 1 0,1-1-1,0 0 1,-1 0 0,1 1-1,-1 0 1,1-1 0,-1 1-1,1 0 1,-1 0 0,1 1 0,-1-1-1,1 0 1,0 1 0,-1-1-1,1 1 1,-1 0 0,1 0-1,0 0 1,0 0 0,-1 0 0,0 1-12,-4 1 13,-23 9 23,1 0 0,1 3 0,-21 13-36,-93 68-133,100-76-545,0-1-1,-2-2 1,-31 6 678,18-4-2261,29-10 1402</inkml:trace>
  <inkml:trace contextRef="#ctx0" brushRef="#br1" timeOffset="-204268.39">13574 5157 7362,'-59'69'3368,"50"-41"-703,-15-1-2297,4 5-112,2-1 16,0-4-40,7-3-352,3-4-312,-1-12 272</inkml:trace>
  <inkml:trace contextRef="#ctx0" brushRef="#br0" timeOffset="-173293.65">29480 1138 4601,'5'3'860,"1"0"0,0-1 0,0 1 0,0-1 0,0-1 0,1 1 0,-1-1 0,0-1 0,1 1 0,2-1-860,3-8 2544,-12 7-2155,5 1-293,0 0 0,-1 1 0,1-1 0,0 1 0,-1-1 0,1 1 0,-1 1 0,1-1 0,-1 1 0,1 0 0,-1 0 0,4 2-96,43 21 255,-1 6 557,-42-22 58,-17-13 422,3 3-1152,-29-1-24,-172-9 180,-343-28 208,137 10-352,312 28-119,-1 3 0,-10 6-33,81-5 7,-71 7 42,-90-4-49,40-17 52,1-6 1,-135-34-53,-52-29 61,271 66-60,0 3-1,-35 0 0,79 10-32,0 1 1,0 1-1,0 0 0,1 2 0,-1 1 0,1 1 1,0 1-1,0 0 0,-7 5 32,-16 10-257,2 2 0,-28 20 257,31-17-222,-2-2 0,-41 17 222,40-24-166,0-3-1,-39 9 167,-155 27-741,178-35 612,0 4 1,2 2-1,0 2 129,45-17-30,1-1 0,-1 0-1,0 0 1,-1-2 0,1 1-1,-1-2 1,1 0 0,-1 0 0,0-1-1,-9 0 31,3-4-6,0-1-1,0-1 0,1 0 1,0-1-1,-3-2 7,7 3 0,-133-60 31,63 24 5,32 25 77,-1 2 0,-40-4-113,72 15 20,0 1-1,0 1 1,-1 1-1,1 1 1,-3 1-20,-3-1 10,-1-1 0,1-2 1,0-1-1,0 0 0,0-2 1,1-1-1,-1-2 0,1 0 1,1-2-1,0 0 0,0-2 1,-6-5-11,13 7 16,-4-2 13,-1 0 1,-1 2-1,1 0 0,-11-1-29,-4 5 98,32 9-10,8 2 52,-10-2 80,-11 54-175,7-6-25,7-22-2,1 1 0,1 0 0,2-1 1,1 1-1,3 18-18,-2-1-12,3 369-535,-4-360 451,12 515-990,12-207 542,-3-184 401,-11-10 158,16 159 236,-14 94 241,-26-124-320,0-8-73,-6-23-3,15-129-46,-11 131 97,14-13 173,10-123-93,-8 255 301,0-384-524,7 249 156,-2-159-119,16 162 15,-10-42-53,-13 153-6,20-66 167,-17-62 118,-8-22 58,-2-102-209,-16 143 59,19-219-167,8-5-11,-6 21 11,-2 21 1,-6 2-7,16 7 55,10-29 63,-14-51-76,-6-12 5,2 3 14,4 2-6,23 5 592,92 25-12,-16 6-209,-32-22-343,0-3 0,20-2-100,262-1-48,-302-1 50,0 1-1,-1 3 1,0 2-1,35 14-1,21 5 9,-90-28-9,84 24-1,54 5 1,-18-19-46,1-6 1,0-6 0,-1-5 0,83-16 45,38 0-32,-136 20 45,-1 4-1,0 6 0,48 12-12,87 8 1,86-6-79,16-15 78,154-2-9,-274 9 29,196 40-20,-385-49 3,80 10-15,0-6 1,1-5-1,39-7 12,-46-10-81,-1-5 0,104-28 81,-125 21-13,0 5 1,1 4 0,0 4-1,62 4 13,76 34 15,10-17-166,-23-42-90,-51 30-93,-159 2 282,1 1 0,-1 0 0,1 1-1,-1 1 1,11 4 52,40 11-114,2-11 37,-70-8 40,27-7 78,1 7 35,51 5-220,-42-21 180,-18-2-13,-5-3-14,2 2-2,-5 10-3,0-1 0,-1 0 0,0 0 0,-1-1 0,0 1 0,0-1 0,-1 0 0,1-8-4,17-161 40,-9 19-9,-9-153-31,-4 225 2,1 57 0,-1-109 19,17-140-21,8 78 24,-8 32 81,34-147-105,-26 193 83,-5-1 0,-4-25-83,-6-91 60,-11 1 0,-11-18-60,-14-317 17,26 207 8,-10-320 62,-36 227-40,19 175-23,3 17 0,-6 14 24,11-8-48,-6-295-18,21 380-49,-8-114-135,12 280 146,-1 0 0,0 0-1,-1 0 1,0 1 0,-1-1 0,0 1 0,-1 0-1,-4-8 57,-50-66-574,42 62 390,2-1 1,1-1 0,-6-16 183,3 7-46,3 6 44,-13 6 65,10 8 246,-17 7-221,-68-10-37,-19 11 39,93 7-67,-91 1 69,-276-7 35,190-9-98,-1-8 1,-62-20-30,172 18 0,-46-18 0,53 14 1,62 22 9,-1 1 1,1 1-1,-1 2 0,-1 0 0,1 2 1,0 2-1,0 0 0,0 1 1,0 2-1,-13 4-10,-26 4 9,-1-2 0,0-4 1,-1-3-1,1-2 0,-3-4-9,44 1-4,0-1 0,1-1-1,-1-1 1,-8-4 4,-112-37-73,75 16-5,-92-24-272,99 37-577,0 2 1,0 4-1,-2 2 927,-22 0-845</inkml:trace>
  <inkml:trace contextRef="#ctx0" brushRef="#br0" timeOffset="-162275.06">25632 7105 10018,'8'13'6185,"-7"-13"-4970,-1-1 510,0-1-1111,3 3 3393,49 35-3826,15 15-120,-60-47-49,0 1 0,1-1 0,-1 0-1,1-1 1,0 1 0,0-2 0,9 3-12,-1 0 9,6 0-21,0 0 0,1-1-1,-1-2 1,15 1 12,-8-3-57,-1-2 1,1 0-1,-1-2 0,0-1 0,9-4 57,57-18-221,-36 1 23,-34 10 116,-22 14 97,-2 7-449,-2-4 130,-5 18 151,7-16 147,-1 1 0,0-1 0,0 0 0,0 0 0,0-1 0,-1 1 0,1 0 0,-1 0 0,1-1 0,-1 1 0,0 0 0,0-1 0,-2 2 6,-10 10-11,-1-1 0,0-1 0,0 0 0,-1-1 0,0-1-1,-15 6 12,-143 59-77,164-71 74,-16 9-4,1 1 1,0 0-1,-20 17 7,24-15 13,14-13 4,0 1 0,1 0 0,0 1 0,0-1 0,0 1 0,0 0-1,1 1 1,0-1 0,0 1 0,0 0 0,1 1 0,0-1 0,0 1-1,0 0 1,1 0 0,0 0 0,1 0 0,-1 0 0,1 3-17,17 53 369,-15-57-312,11 14 204,89 37 172,-83-46-379,0 0 0,0-2-1,1 0 1,0-1 0,1-1 0,13 3-54,4-4 35,-1-1-1,0-1 1,1-2 0,3-2-35,-15 1 6,7-1-29,-1-2 0,1 0 0,-1-2 0,0-1 0,13-5 23,97-26-416,-132 34 350,-6 2 36,-1 1 0,0-1 0,0 0 0,1 0 0,-1-1 0,0 1 0,0 0 0,1 0 0,-1 0 1,0-1-1,0 1 0,0-1 0,0 1 0,1-1 0,-1 1 0,0-1 0,0 0 0,0 0 0,0 1 0,0-1 0,0 0 1,-1 0-1,1 0 0,0 0 0,0 0 0,0 0 0,-1 0 0,1 0 0,-1 0 0,1-1 30,5-1-3635,-9 5 1613,0 9 856</inkml:trace>
  <inkml:trace contextRef="#ctx0" brushRef="#br0" timeOffset="-161582.74">26979 7531 9850,'-1'-1'2247,"1"1"-2139,0-1-1,0 1 0,0 0 1,0 0-1,0 0 1,0-1-1,0 1 0,0 0 1,0 0-1,0 0 1,-1 0-1,1-1 1,0 1-1,0 0 0,0 0 1,0 0-1,-1 0 1,1-1-1,0 1 0,0 0 1,0 0-1,0 0 1,-1 0-1,1 0 1,0 0-1,0 0 0,0 0 1,-1 0-1,1 0 1,0 0-1,0 0 0,-1 0 1,1 0-1,0 0 1,0 0-1,0 0 1,-1 0-1,1 0 0,0 0 1,0 0-1,0 0 1,-1 0-1,1 0 0,0 0 1,0 0-1,0 1 1,-1-1-1,1 0 1,0 0-1,0 0 0,0 0 1,0 0-1,0 1 1,-1-1-1,1 0 0,0 0 1,0 1-108,-20 71 1064,1-36-910,12-24-86,0 1 0,1 0 0,1 0 0,0 0 0,0 1 0,-1 9-68,0 86 409,20-6-206,-2 21-1697,-10-117 962,5 15-1668,4-11-2209,2-4 2380</inkml:trace>
  <inkml:trace contextRef="#ctx0" brushRef="#br0" timeOffset="-161282.56">27164 7837 5465,'0'-3'408,"1"1"-193,-1 0 1,0 0-1,0 0 0,0 0 1,0 0-1,0 0 0,0 0 1,-1 0-1,1 0 0,0 0 1,-1 1-1,0-1 0,1 0 1,-1 0-1,0 0 0,0 1 1,0-1-1,0 0 0,0 1 1,-1-1-216,-14-3 2549,-19 6-348,-34 13-661,42-12-1344,1-1-1,-1-1 1,1-1-1,-1-2 1,-14-3-196,32 5 16,-72-5 58,29 11-1024,37-11-1054,14 4-1272,9-2 1858</inkml:trace>
  <inkml:trace contextRef="#ctx0" brushRef="#br0" timeOffset="-160879.8">27227 7388 7434,'-20'2'2875,"21"11"1472,-1-12-3354,1 3-283,10 64 388,9 162 340,-3-85-730,2 21-930,-6 33 222,-14-164-906,-4-17 379</inkml:trace>
  <inkml:trace contextRef="#ctx0" brushRef="#br0" timeOffset="-159429.49">28376 3371 9066,'-4'3'6377,"4"4"-3666,6 18-1948,-6-23-321,1 1-388,0-1 0,0 1 0,1 0 0,-1-1 0,1 1 0,-1-1 0,1 1 0,0-1 0,0 0 0,0 1 0,0-1 0,1 0 0,-1-1 0,0 1 0,1 0 0,-1-1 0,1 1 0,0-1 0,1 1-55,7 4 73,-5-2-41,8 5 43,-1 0 0,2-1 0,-1-1-1,1 0 1,1-1 0,-1-1 0,1-1 0,11 3-74,266 39 907,-240-39-928,1-3 0,0-2 0,0-2 0,17-4 21,-57-1-258,-14 5 247,3-3-514,-37 9 421,5-1 58,1 1 1,0 2-1,0 1 0,-6 3 46,-176 87-292,139-69 236,24-11 18,1 2 0,1 2 0,-1 2 38,9 0 7,1 1 0,1 2 1,2 1-1,-3 5-7,16-11 97,6 20 315,13-42-388,1 1 1,0 0-1,0-1 0,0 1 0,0 0 0,0-1 0,0 1 0,0 0 0,1 0 0,-1-1 0,0 1 0,1-1 0,0 1 0,-1 0 0,1-1 0,0 1 0,0-1 0,0 1 0,0-1 0,0 0 0,0 1 0,0-1 0,0 0 0,0 0 0,1 0 0,-1 0 0,1 0 0,-1 0 0,1 0 0,-1 0 0,1-1 1,-1 1-1,1 0 0,0-1-24,3 3 59,13 8 26,0-1 1,1-1 0,1 0-1,-1-2 1,2 0 0,-1-2-1,0 0 1,1-1-1,7 0-85,143 12-312,116-6 312,-186 2-1713,-72 6-3594,-28-11 3915</inkml:trace>
  <inkml:trace contextRef="#ctx0" brushRef="#br0" timeOffset="-158800.72">29509 4214 7970,'-11'-47'2915,"11"47"3921,2 4-4933,11 23-2611,-2-7 729,-6-13-20,0 1 0,-1-1 0,0 1 0,-1-1 0,0 1 0,0 0 0,-1 0 0,0 1 0,0-1 0,-1 0 0,1 5-1,-12 129-313,0-37-167,5-73-1640,3-26-97,2-4-457,0-3 1180</inkml:trace>
  <inkml:trace contextRef="#ctx0" brushRef="#br0" timeOffset="-158542.36">29747 4414 5505,'0'0'2913,"-3"-3"-89,-6-5-1399,7 6-553,0 1 120,-2-1-200,-23-6-200,-52-6-248,40 14-63,-5 0-137,0 3-56,6-3-72,7 2-80,9 2-289,7 1-183,-7 1-560,17-1-552,-1-5 1072</inkml:trace>
  <inkml:trace contextRef="#ctx0" brushRef="#br0" timeOffset="-158002.96">30114 4658 7722,'0'1'201,"0"0"0,1 0 0,-1 1 0,1-1 0,-1 0 0,1 0 0,-1 0 1,1 0-1,-1 0 0,1 0 0,0 0 0,-1-1 0,1 1 0,0 0 0,0 0 0,0 0 1,0-1-1,0 1 0,0-1 0,0 1 0,0 0 0,0-1 0,0 0 0,0 1 0,0-1 1,0 0-1,0 1 0,0-1 0,1 0 0,-1 0-201,-4-18 916,-11-13-754,11 27-159,1 0 1,-2 0 0,1 1-1,0-1 1,-1 1 0,1 0-1,-1 0 1,0 1 0,0-1-1,0 1 1,-1-1 0,1 1 0,0 1-1,-1-1 1,1 1 0,-1-1-1,0 1 1,1 1 0,-1-1-1,0 1 1,0-1 0,-2 2-4,-93-2-48,98 1 66,0-1 0,0 2 0,0-1 0,0 0 0,0 0 0,0 1 0,0-1 0,0 1 0,0-1 1,0 1-1,0 0 0,1 0 0,-1 0 0,0 0 0,0 0 0,1 0 0,-1 0 0,1 0 0,-1 1 0,0 1-18,7-6 198,8-1-131,0-1 0,1 0 1,-1-1-1,-1 0 1,1-1-1,-1 0 1,-1-1-1,1 0 0,4-6-67,-6 5 36,0 0-1,-1-1 0,0 0 0,-1-1 1,0 0-1,-1 0 0,0-1 1,-1 0-1,4-10-35,-6 11 67,-1 0-1,-1 0 1,0-1 0,-1 1-1,0 0 1,-1-1 0,-1-9-67,2-24 397,1 1 139,-19-26 488,7 58-662,-15 3-102,10 14-135,-42 24-697,31-9-719,-2-4-1437,0-1 1146</inkml:trace>
  <inkml:trace contextRef="#ctx0" brushRef="#br0" timeOffset="-156405.93">25162 53 9010,'1'0'116,"-1"1"0,0-1 0,1 0-1,-1 1 1,0-1 0,0 0 0,1 1 0,-1-1 0,0 1 0,0-1 0,1 0 0,-1 1 0,0-1-1,0 1 1,0-1 0,0 1 0,0-1 0,0 0 0,0 1 0,0-1 0,0 1 0,0-1-1,0 1 1,0-1 0,0 1 0,0-1 0,0 0 0,0 1 0,-1-1 0,1 1 0,0-1-1,0 1 1,0-1 0,-1 0 0,1 1 0,0-1 0,0 0 0,-1 1 0,1-1 0,0 0-1,-1 1 1,1-1 0,-1 0 0,1 0 0,0 0 0,-1 1 0,1-1 0,-1 0 0,1 0-1,0 0 1,-1 0 0,1 0 0,-1 1 0,1-1 0,-1 0 0,1 0 0,-1 0 0,1 0-1,0 0 1,-1-1-116,0 1 990,8 1 186,44 1-202,59-14-335,31-15 263,-116 22-756,0 0 0,0 2 1,1 0-1,21 2-146,50 8 124,-81-5-140,-1 0 0,1-1 0,-1 0 0,1-1 0,15-3 16,-17-1-94,-2 4-87,-31 2-659,-35 14 706,-125 90-230,41-21-115,23 3 243,20-10 232,91-76 30,1 2 0,-1-1 0,0 0 0,1 1 0,0-1-1,-1 1 1,1 0 0,1 0 0,-1 0 0,1 1 0,-1-1-1,1 0 1,1 1 0,-1 0 0,1-1 0,-1 1 0,1 0-1,1 0 1,-1 0 0,1-1 0,-1 1 0,2 0 0,-1 0 0,1 3-26,1-3 69,0 0 1,0 0 0,0 0 0,1-1-1,0 1 1,0 0 0,0-1 0,1 0 0,-1 0-1,1 0 1,0-1 0,0 1 0,0-1 0,1 0-1,-1 0 1,1 0 0,0 0 0,0-1 0,0 0-1,0 0 1,0 0 0,0-1 0,0 0 0,4 1-70,38 8 204,0-2 0,0-1 0,1-3 0,-1-2 0,1-2 0,29-4-204,-19-3-269,-1-1 0,16-7 269,10 9-2200,-73 5 1131,-5 0-2651,-5-1 2565</inkml:trace>
  <inkml:trace contextRef="#ctx0" brushRef="#br0" timeOffset="-155984.38">26194 356 5753,'-41'-50'2615,"40"50"-2562,1 0 0,0-1 0,-1 1-1,1 0 1,-1 0 0,1 0-1,0-1 1,0 1 0,-1 0 0,1 0-1,0-1 1,-1 1 0,1 0 0,0 0-1,0-1 1,-1 1 0,1 0-1,0-1 1,0 1 0,0 0 0,0-1-1,0 1 1,-1 0 0,1-1-1,0 1 1,0-1 0,0 1 0,0 0-1,0-1 1,0 1 0,0 0-1,0-1 1,0 1 0,0-1 0,0 1-1,1 0 1,-1-1 0,0 1-1,0 0 1,0-1 0,0 1 0,0 0-1,1-1 1,-1 1 0,0 0-1,0-1 1,1 1 0,-1 0 0,0 0-1,1-1 1,-1 1-53,2-2 6433,1 9-5714,0 0-629,6 10 35,-2 1 0,0 0 0,-1 1 1,0 0-1,-2 0 0,0 0 0,-2 0 0,1 7-125,2 198 494,4-84-1163,-1-83-1976,-4-54 349,1-14 947</inkml:trace>
  <inkml:trace contextRef="#ctx0" brushRef="#br0" timeOffset="-155729.59">26462 623 8122,'0'0'3296,"0"0"-1439,-4 4-1281,3-6-32,-1 0 40,-26 0-152,-63-3-320,47 5-80,1 0-112,-12-7-64,13 3-192,7-3-128,10 1-320,12 2-272,9 3-1649,-7-5 1793</inkml:trace>
  <inkml:trace contextRef="#ctx0" brushRef="#br0" timeOffset="-155143.52">26471 400 8002,'55'9'6460,"11"-17"-4623,18-4-834,-65 11-857,0 1 0,0 0-1,0 2 1,-1 0 0,12 3-146,-30-5-5,1 0 1,-1 0 0,1 0 0,-1 0 0,0 0 0,1 0 0,-1 1 0,1-1 0,-1 0 0,1 0 0,-1 0 0,1 0-1,-1 1 1,0-1 0,1 0 0,-1 0 0,1 1 0,-1-1 0,0 0 0,1 0 0,-1 1 0,0-1 0,0 0 0,1 1 0,-1-1-1,0 1 1,0-1 0,1 0 0,-1 1 0,0-1 0,0 1 0,0-1 0,0 1 0,0-1 0,0 1 0,1-1 0,-1 0-1,0 1 1,0-1 0,0 1 0,-1-1 0,1 1 0,0-1 0,0 1 0,0-1 0,0 0 0,0 1 0,0-1 0,-1 1 0,1-1-1,0 1 5,-21 20-40,20-20 39,-168 135 142,141-109-87,11-21 175,22-8-151,60 7-32,67 6 72,-47 0 183,-83-11-265,1 0 0,0 0-1,0 1 1,-1-1 0,1 1 0,0-1 0,-1 1-1,1 0 1,-1 0 0,1 0 0,-1 1 0,1-1 0,-1 0-1,1 1 1,-1 0 0,0-1 0,0 1 0,0 0-1,0 0 1,0 0 0,-1 0 0,1 1 0,-1-1-1,1 0 1,-1 1 0,0-1 0,1 3-36,0 5 88,0 0 1,-1 0-1,0 0 1,-1 1 0,0-1-1,-1 0 1,0 0-1,-1 0 1,0 0-1,0 0 1,-1 0-1,0 0 1,-3 3-89,-13 29 365,8-11-144,8-19-159,-1-1-1,-1 0 1,0 0-1,0 0 0,-1-1 1,-6 9-62,10-15-13,0 0 1,-1-1-1,1 1 1,-1-1-1,0 0 1,0 1-1,0-1 1,0-1-1,0 1 1,-1 0-1,1-1 1,-1 0-1,0 1 1,0-2-1,0 1 1,0 0-1,0-1 1,0 0-1,0 1 1,0-2 0,0 1-1,-1 0 1,1-1-1,0 0 1,-5 0 12,-4-3-146,0-1 1,1 0 0,-1-1-1,1 0 1,0-1-1,0 0 1,1-1 0,-1-1-1,-3-3 146,-67-47-444</inkml:trace>
  <inkml:trace contextRef="#ctx0" brushRef="#br1" timeOffset="-147522.04">24823 339 8018,'6'-27'6173,"-1"-3"-5418,-7 21-638,0 0 1,0 0-1,0 0 0,-1 1 1,-1-1-1,0 1 0,0 0 1,-2-4-118,3 7 48,2 3 2,0-1 1,-1 0-1,1 0 0,-1 1 1,0-1-1,0 1 1,0-1-1,0 1 1,0 0-1,0 0 0,0 0 1,-1 0-1,1 0 1,-1 1-1,0-1 1,0 0-51,2 2 12,1 0 1,0 0-1,-1 0 1,1 0-1,-1 0 1,1 0-1,-1 0 1,1 1-1,0-1 1,-1 0-1,1 0 1,-1 0-1,1 0 1,0 1-1,-1-1 1,1 0-1,0 0 1,-1 1-1,1-1 1,0 0-1,-1 1 1,1-1-1,0 0 1,-1 1-1,1-1 1,0 0-1,0 1 1,0-1-1,-1 1 1,1-1-1,0 0 1,0 1-1,0-1 1,0 1-1,0-1 1,0 1-1,0-1 1,0 0-1,0 1 1,0-1-1,0 1 1,0-1-1,0 1 1,0-1 0,0 0-1,0 1 1,1-1-1,-1 1 1,0-1-1,0 1-12,0 4 49,10 102 147,-9-101-176,0 1 0,1-1 0,0 1 0,0-1-1,1 0 1,0 0 0,0 0 0,0 0 0,1-1 0,0 1-1,0-1 1,0 0 0,1 0 0,1 1-20,-4-4 2,-1 0 0,0-1 0,1 1 1,-1-1-1,1 1 0,0-1 0,-1 0 0,1 0 1,0 0-1,0 0 0,0 0 0,0 0 0,0 0 1,0-1-1,0 1 0,0-1 0,0 1 0,0-1 1,0 0-1,0 0 0,0 0 0,1 0 0,-1 0 1,0 0-1,0-1 0,0 1 0,0-1 0,0 1 1,0-1-1,0 0 0,0 0 0,0 0 0,0 0 1,-1 0-1,1 0 0,0 0 0,-1-1 0,1 1 1,-1-1-1,1 0-2,4-7-11,-1 0 1,-1-1-1,0 0 1,0 0-1,-1 0 0,0 0 1,-1 0-1,0-1 1,-1 1-1,0-1 1,0 1-1,-1-1 0,-1-9 11,1 13 7,-1-1-1,1 1 1,-1 0-1,0 0 1,-1 0-1,1 0 1,-2 1-1,1-1 1,-1 0-1,0 1 1,0-1-1,0 1 1,-1 0-1,0 0 1,0 1-1,-1-1 1,0 1-1,0 0 1,0 0-1,0 0 1,-1 1-1,0 0 1,-4-3-7,7 5 13,-1-1 1,0 1-1,0 0 1,0-1-1,0 2 0,0-1 1,0 0-1,-1 1 1,1 0-1,0 0 0,-1 0 1,1 1-1,-1-1 1,1 1-1,-1 0 1,1 1-1,-1-1 0,1 1 1,-1 0-1,1 0 1,0 0-1,0 0 0,-1 1 1,1 0-1,0-1 1,0 2-1,0-1 1,1 0-1,-1 1 0,0 0 1,1 0-1,0 0 1,-3 2-14,2 4 61,0 0 1,0 0 0,1 1 0,1-1 0,-1 1 0,1-1 0,1 1 0,0 0-1,0-1 1,1 1 0,0 5-62,0-11 10,-3 67 278,3-69-276,-1 0-1,1 0 0,0 0 0,0 0 0,0 0 0,0 0 1,1 0-1,-1 0 0,0 1 0,1-1 0,0 0 0,-1-1 0,1 1 1,0 0-1,0 0 0,0 0 0,0 0 0,0-1 0,1 1 0,-1 0 1,0-1-1,1 1 0,-1-1 0,1 0 0,0 1-11,0-1-5,0 0 0,0 0-1,0-1 1,0 1-1,1-1 1,-1 1 0,0-1-1,0 0 1,0 1 0,0-1-1,1-1 1,-1 1 0,0 0-1,0 0 1,0-1 0,0 1-1,0-1 1,1 0 0,-1 1-1,0-1 1,-1 0 0,1 0-1,0-1 1,0 1 0,0 0-1,-1 0 1,3-2 5,38-49-116,-29 31 85,-1-1 0,-1 0 0,-1-1-1,-1 0 1,6-23 31,-14 42 12,0 0-1,0 1 1,0-1 0,-1 0-1,1 1 1,-1-1-1,0 0 1,0 0 0,0 0-1,-1 1 1,1-1-1,-1 0 1,0 0 0,0 1-1,0-1 1,-1 1-1,1-1 1,-1 1 0,0 0-1,0-1 1,0 1-1,0 0 1,-1 0 0,1 0-1,-1 1 1,1-1 0,-1 1-1,0-1 1,0 1-1,-1 0 1,1 0 0,0 0-1,-1 0 1,1 1-1,-1 0 1,1-1 0,-3 1-12,1 0 25,1 1 1,-1 0 0,0 0-1,1 1 1,-1-1 0,0 1-1,1 0 1,-1 0 0,0 0-1,1 1 1,0 0 0,-1 0-1,1 0 1,0 0 0,0 1-1,0-1 1,0 1 0,1 0-1,-1 0 1,1 1 0,0-1-1,0 1 1,0-1 0,-2 3-26,1 3 37,-1 0 1,1-1 0,0 2 0,1-1-1,0 0 1,0 1 0,1-1 0,0 1-1,1 0 1,-1 9-38,1 13 160,1 1 0,1-1-1,1 0 1,2-1 0,5 20-160,-8-48 11,-1 0 0,1 1 0,0-1 1,0 0-1,0 0 0,0 0 0,1 0 0,-1 0 1,1 0-1,0 0 0,0 0 0,0 0 0,0-1 0,0 1 1,0-1-1,1 0 0,-1 1 0,1-1 0,0 0 0,0 0 1,1 0-12,0 0-7,0-1 0,0 1 0,0-1 1,0 0-1,0 0 0,1 0 0,-1-1 1,0 1-1,1-1 0,-1 0 0,0 0 0,1-1 1,-1 1-1,0-1 0,0 0 0,1 0 1,-1-1-1,0 1 0,0-1 0,0 0 1,-1 0-1,1 0 0,1-1 7,1-2-20,0 1-1,0-1 1,0-1 0,-1 1-1,1-1 1,-2 0-1,1 0 1,-1 0 0,1-1-1,-2 0 1,1 0 0,2-6 20,29-101-98,-34 107 100,0 1-1,-1-1 1,0 1 0,0 0-1,-1-1 1,0 1 0,0 0-1,0-1 1,-2-1-2,3 6 4,0-1-1,-1 1 1,0 0 0,1-1 0,-1 1 0,0 0-1,0 0 1,0 0 0,0 0 0,-1 0-1,1 0 1,0 0 0,-1 0 0,1 0 0,-1 1-1,0-1 1,0 1 0,-1-2-4,1 3-5,1 0 0,-1 0-1,1 0 1,-1 0 0,1 0 0,-1 0 0,1 1 0,-1-1 0,1 0-1,0 1 1,-1-1 0,1 1 0,-1 0 0,1-1 0,0 1-1,0 0 1,-1 0 0,1 0 0,0 0 0,0 0 0,0 0-1,0 0 1,0 0 0,0 0 0,0 1 0,1-1 0,-1 0 0,0 0-1,1 1 1,-1 0 5,-2 1-72,-32 50-701,13-24 575</inkml:trace>
  <inkml:trace contextRef="#ctx0" brushRef="#br1" timeOffset="-145878.66">27954 3619 2545,'-3'-16'1298,"-2"0"1,0 1 0,-1 0 0,-1 0 0,-2-4-1299,2 8 515,0-1 0,-1 1 1,0 0-1,-1 1 0,0 0 1,-5-5-516,6 9 117,1 1 0,-1 0 0,0 0 1,0 0-1,0 1 0,-1 0 0,1 1 1,-1 0-1,0 0 0,0 1 0,0 0 1,0 1-1,-8-1-117,12 1 22,0 1 0,0-1-1,0 1 1,0 0 0,0 1 0,0-1 0,0 1 0,0 0-1,0 0 1,0 0 0,1 1 0,-1 0 0,1 0 0,-1 0-1,1 0 1,-1 1 0,1-1 0,0 1 0,-3 3-22,2 1 22,1 0-1,0 0 1,0 0 0,0 1 0,1-1 0,0 1 0,0 0-1,-1 8-21,2-4 49,0 1 0,0 0 0,1 0 0,1 0 0,0 0 0,1 1-49,-1-7 25,0 3 29,1 0-1,0 0 1,0 0 0,0 0-1,2 0 1,-1 0 0,1 0-1,1 0 1,0 0-54,2 2 144,1 0 0,0 0 0,0-1-1,2 0 1,-1 0 0,1-1 0,1 0 0,0 0 0,3 1-144,-9-8 56,0 1 0,0 0 0,1-1 1,0 0-1,-1 0 0,1-1 0,0 1 0,0-1 1,1 0-1,-1 0 0,0-1 0,1 1 0,-1-1 1,1-1-1,-1 1 0,1-1 0,-1 0 0,1 0 1,-1 0-1,1-1 0,4-1-56,-1-2-13,0 0-1,-1-1 1,0 0 0,1 0-1,-2-1 1,1-1 0,-1 1-1,0-1 1,0 0 0,-1-1-1,0 1 1,0-1 0,0 0-1,-1-1 1,-1 1 0,0-1-1,0 0 1,0-1 0,-1 1-1,0 0 1,-1-5 13,1 4 28,-2 0 0,1 0 1,-2 0-1,1 0 0,-1 0 0,-1 0 0,0 0 0,0 0 1,-1 0-1,0 0 0,-1 0 0,0 0 0,-1 1 0,0 0 1,0-1-1,-4-5-28,6 13 11,1 0-1,0-1 1,-1 1 0,0 0 0,1 0-1,-1 0 1,0 0 0,0 0 0,0 1 0,0-1-1,0 0 1,-1 1 0,1 0 0,0-1-1,-1 1 1,1 0 0,-1 0 0,1 0 0,-1 1-1,0-1 1,1 1 0,-1-1 0,0 1-1,1 0 1,-1 0 0,0 0 0,1 0 0,-1 1-1,0-1 1,1 1 0,-1-1 0,1 1-1,-1 0 1,1 0 0,-1 0 0,1 0 0,-1 1-11,-7 3 6,1 1 0,-1 0 1,1 0-1,0 1 0,1 0 1,0 0-1,0 1 1,1 0-1,-4 5-6,6-7 7,1 0 0,1 0 0,-1 0 0,1 0 0,0 1-1,1-1 1,-1 1 0,1 0 0,0-1 0,1 1 0,0 0 0,0 0 0,1 0 0,-1 0 0,1 0 0,1 1 0,-1-1 0,1 0 0,1-1 0,1 8-7,-1-7 18,1 0-1,-1 0 1,1-1 0,0 1 0,1-1 0,0 1 0,0-1 0,0 0 0,1-1 0,0 1 0,0-1 0,0 0 0,1 0 0,-1 0 0,1-1 0,0 0 0,1 0 0,-1 0-1,1-1 1,-1 0 0,1-1 0,0 1 0,0-1 0,0 0 0,0-1 0,1 0 0,-1 0 0,0 0 0,1-1 0,-1 0 0,0-1 0,1 0 0,0 0-18,2-3-13,0-1 1,0 0-1,-1-1 1,1 0-1,-1-1 1,-1 0-1,1 0 1,-1-1-1,0 0 1,-1 0 0,0 0-1,0-1 1,-1-1-1,0 1 1,0-1-1,-1 0 1,1-5 12,-4 12 2,0-1 1,0 1 0,0-1-1,-1 0 1,1 1 0,-1-1-1,0 0 1,0 0 0,0 0-1,-1 0 1,0 0 0,1 0-1,-1 0 1,-1 0 0,1 0-1,-1 0 1,1 0 0,-1 0-1,0 0 1,0 1 0,-2-3-3,1 2 4,0 1 0,-1 0-1,0 0 1,0 0 0,0 1 0,0-1 0,0 1 0,0-1 0,-1 1 0,1 0 0,-1 0 0,0 1 0,1-1 0,-1 1 0,0-1 0,0 1 0,0 1 0,0-1-1,0 0 1,0 1 0,-2 0-4,-8 2 15,1 1-1,0 1 1,0 0-1,1 1 1,-1 0-1,1 1-14,-4 1 17,10-4-18,-61 33 274,65-35-229,0 1 1,0-1-1,1 1 0,-1-1 1,0 1-1,1 0 1,-1-1-1,1 1 0,0 0 1,0 0-1,-1 0 1,1 0-1,0 0 0,1 1 1,-1-1-1,0 0 1,1 0-1,-1 1 0,1-1 1,0 0-1,0 1 1,0-1-1,0 0 0,0 1 1,0-1-1,0 0 1,1 0-1,-1 1 0,2 1-44,2 4 142,0 0 0,1-1-1,0 1 1,0-1-1,1 0 1,0 0 0,0-1-1,1 1 1,0-2-1,0 1 1,4 2-142,-8-5 27,1 0 0,0 1 0,1-1 0,-1-1 0,0 1 0,1-1 0,0 1-1,-1-1 1,1-1 0,0 1 0,0-1 0,0 0 0,0 0 0,0 0 0,0-1 0,0 1 0,0-1 0,1 0 0,-1-1 0,0 1 0,0-1 0,0 0-1,0-1 1,0 1 0,0-1 0,-1 0 0,1 0 0,0 0 0,-1-1 0,0 0 0,1 0-27,1-3-42,1-1 0,-1 1 1,0-2-1,-1 1 0,0-1 1,0 1-1,1-4 42,-5 9-61,0 1-1,0 0 1,-1 0 0,1 0 0,-1 0 0,1-1 0,0 1-1,-1 0 1,0 0 0,1-1 0,-1 1 0,0 0-1,0-1 1,0 1 0,0-1 0,0 1 0,0 0 0,0-1-1,0 1 1,0 0 0,-1-1 0,1 1 0,0 0-1,-1-1 1,1 1 0,-1 0 0,0 0 0,1 0-1,-1-1 1,0 1 0,0 0 0,0 0 0,0 0 0,0 0-1,0 0 1,0 1 0,0-1 0,0 0 0,0 0-1,0 1 1,-1-1 61,1 1-592</inkml:trace>
  <inkml:trace contextRef="#ctx0" brushRef="#br1" timeOffset="-144273.66">25138 7166 9514,'0'0'115,"0"0"-1,0 0 1,-1 0 0,1 0-1,0 0 1,0 0-1,0 0 1,-1 1 0,1-1-1,0 0 1,0 0 0,-1 0-1,1 0 1,0 0-1,0 1 1,0-1 0,0 0-1,-1 0 1,1 0 0,0 1-1,0-1 1,0 0-1,0 0 1,0 0 0,0 1-1,-1-1 1,1 0-1,0 0 1,0 1 0,0-1-1,0 0 1,0 0 0,0 1-1,0-1 1,0 0-1,0 0 1,0 1 0,0-1-1,0 0 1,0 0 0,1 1-1,-1-1 1,0 0-1,0 0 1,0 0 0,0 1-1,0-1 1,0 0 0,1 0-1,-1 1 1,0-1-1,0 0 1,0 0 0,0 0-1,1 0 1,-1 0 0,0 1-1,0-1 1,1 0-115,-12 6 975,-11 22-491,-22 39-64,41-61-384,0-1 0,1 1 1,0 0-1,0 0 0,1 0 0,0 0 1,0 0-1,0 1 0,1-1 0,-1 0 1,2 0-1,-1 5-36,1 7 42,-1-4-36,0 0-1,1 0 0,1 0 1,0 0-1,1-1 0,1 1 1,0 0-1,0-1 0,2 0 1,-1 0-1,7 9-5,-11-20-5,1 1 1,-1-1-1,1 1 1,0-1-1,0 1 1,0-1-1,0 0 1,0 0-1,0 0 1,1 0-1,-1 0 0,1-1 1,-1 1-1,1-1 1,0 1-1,0-1 1,-1 0-1,1 0 1,0 0-1,0-1 1,0 1-1,0-1 0,0 1 1,0-1-1,0 0 1,0 0-1,1-1 5,5-1-6,-1-1 0,0 0-1,0 0 1,-1-1-1,1 0 1,-1-1 0,1 0-1,-2 0 1,1 0-1,0-1 1,-1 0 0,0 0-1,0-1 1,-1 1 0,0-1-1,0 0 1,-1-1-1,0 1 1,0-1 0,0 0-1,-1 0 1,0 0 0,-1-1-1,0 1 1,0 0-1,-1-1 1,0 0 0,0-4 6,0 6 23,-1-1-1,1 1 1,-1-1 0,0 1 0,-1-1 0,0 1 0,0-1 0,0 1 0,-1 0 0,-1-1 0,1 1 0,-1 0 0,0 1 0,0-1 0,-1 0 0,0 1 0,0 0-1,-1 0 1,1 0 0,-6-5-23,3 6 42,0-1 0,-1 1 0,0 0 0,1 0 0,-2 1 0,1 0 0,-7-2-42,13 6 12,0-1 1,0 0 0,0 1-1,0-1 1,0 1-1,0-1 1,0 1 0,0 0-1,0 0 1,0 0-1,0 0 1,0 0-1,0 1 1,0-1 0,0 1-1,0-1 1,0 1-1,1 0 1,-1-1 0,0 1-1,0 0 1,0 0-1,1 0 1,-1 1 0,0-1-1,1 0 1,-1 1-1,1-1 1,0 1 0,-1-1-1,1 1 1,0 0-1,0-1 1,0 1 0,0 0-1,0 0-12,-4 8 21,1-1 0,0 1 0,0 0 0,1 1 1,0-1-1,1 0 0,0 1 0,1 0 0,0-1 0,0 1-21,0 22 48,-1-24-13,2 1 0,-1-1 1,1 1-1,1-1 0,0 1 1,0-1-1,0 1 0,2-1 0,-1 0 1,1 1-1,3 4-35,-5-11 8,0-1 0,0 0 0,1 0 1,0 0-1,-1 0 0,1 0 0,0 0 0,0-1 0,0 1 1,0-1-1,0 1 0,0-1 0,0 0 0,0 0 0,1 0 0,-1 0 1,0 0-1,1 0 0,-1 0 0,1-1 0,-1 1 0,1-1 1,-1 0-1,1 0 0,-1 0 0,1 0 0,-1 0 0,1-1 1,-1 1-1,1-1 0,-1 1 0,1-1 0,0 0-8,7-3-15,0 0 0,-1 0 0,1-1-1,-1 0 1,0-1 0,0 1 0,2-4 15,-2 2-4,-1-1 0,0 0 1,0 0-1,0-1 0,-1 0 1,-1-1-1,0 1 0,0-1 1,-1-1-1,0 1 0,0-1 1,-1 0-1,-1 0 0,0 0 1,0 0-1,-1-5 4,-1 11 10,-1-1 0,0 1 0,0-1-1,-1 1 1,1 0 0,-1-1 0,0 1 0,-1 0 0,1-1 0,-1 1-1,0 0 1,-1 0 0,1 0 0,-1 1 0,0-1 0,0 0 0,0 1 0,-1 0-1,1 0 1,-1 0 0,0 0 0,-1 1 0,1-1 0,0 1 0,-1 0-1,0 1 1,0-1 0,1 1 0,-2 0 0,1 0 0,0 0 0,0 1-1,-3-1-9,2 1 0,0 0 0,-1 1 0,1 0 0,0 0 0,0 0 0,0 1 0,0 0 0,0 0 0,0 1 0,0 0 0,0 0 0,0 0 0,0 0 0,1 1 0,-1 0 0,1 0 0,0 1 0,0-1-1,0 1 1,1 0 0,-1 1 0,1-1 0,0 1 0,0-1 0,0 1 0,0 3 0,-11 49 93,19-23 26,7 39 224,-8-64-271,0-1 0,0 0 1,0 0-1,1 0 0,1 0 1,-1-1-1,1 0 0,0 0 0,1 0 1,5 6-73,-4-9 19,-1 0-1,1 1 1,0-2 0,0 1 0,0-1 0,1 0 0,-1-1 0,1 0-1,-1 0 1,1-1 0,0 1 0,0-2 0,-1 1 0,1-1 0,0 0-1,0-1 1,0 0 0,-1 0 0,1-1 0,0 0 0,-1 0 0,1 0-1,-1-1 1,0-1 0,0 1 0,0-1 0,0 0 0,-1 0 0,0-1 0,0 0-1,0 0 1,0-1 0,-1 1 0,0-1 0,1-1-19,-3 3 16,-1 0 1,0 0-1,1 0 0,-1-1 1,0 1-1,-1 0 0,1-1 1,-1 1-1,0-1 1,0 1-1,-1-1 0,1 0 1,-1 1-1,0-1 0,0 0 1,0 1-1,-1-1 1,0 0-1,0 1 0,0-1 1,0 1-1,-1-1 0,0 1 1,0 0-1,0 0 0,0-1 1,0 1-1,-1 1 1,0-1-17,-36-7 461,33 11-454,1 0 0,-1 1 0,1-1 0,0 1 1,-1 0-1,1 1 0,0-1 0,0 1 0,0 0 0,0 0 0,0 1 0,0-1 0,0 1 0,1 0 0,0 1 1,-1-1-1,1 1 0,0-1 0,1 1 0,-1 0 0,1 1 0,0-1 0,0 1 0,0-1 0,0 1 1,1 0-1,0 0 0,-2 5-7,4 11-287,8-10 83</inkml:trace>
  <inkml:trace contextRef="#ctx0" brushRef="#br0" timeOffset="-129208.57">20262 3978 9546,'-6'0'4868,"1"-2"-3032,1 6 2398,-16 28-4030,-112 173 235,-5-18-144,110-157-259,-1-1 0,-1-1 1,-1-1-1,-1-2 0,-3 0-36,-59 47 26,90-69-22,0-1 0,0 1 0,1 0 1,-1 0-1,1 0 0,0 0 0,0 0 1,0 0-1,0 1 0,0-1 1,1 1-1,-1-1 0,1 1 0,0 0 1,0 3-5,0 33 81,2 43 52,-1-79-126,7 19 37,22 11 45,17 2 86,-30-21-102,1 0-1,0-1 1,1-1-1,1 0 1,0-2-1,0 0 1,1-1-1,7 2-72,34 16 230,-2 3 1,52 37-231,-89-54 59,145 88 195,-114-70-225,-32-20-29,-1 0 0,-1 2 1,0 0-1,14 15 0,-32-28-3,0-1-1,0 1 1,0 0 0,0 0-1,0 0 1,0 0-1,-1 0 1,1 0-1,0 0 1,0 0 0,-1 0-1,1 0 1,-1 0-1,1 0 1,-1 0-1,0 0 1,1 1-1,-1-1 1,0 0 0,0 0-1,0 0 1,0 1-1,0-1 1,0 0-1,0 0 1,0 1-1,0-1 1,-1 0 0,1 0-1,0 0 1,-1 1 3,4 17-236,-3-20 219,0 1 1,0 0 0,0 0-1,0 0 1,0 0-1,1 0 1,-1-1 0,0 1-1,0 0 1,0 0-1,0 0 1,0 0 0,0 0-1,1 0 1,-1 0-1,0 0 1,0 0 0,0 0-1,0 0 1,0-1-1,1 1 1,-1 0 0,0 0-1,0 0 1,0 0-1,0 0 1,1 0 0,-1 0-1,0 0 1,0 0-1,0 1 1,0-1 0,1 0-1,-1 0 1,0 0-1,0 0 1,0 0 0,0 0-1,0 0 1,1 0-1,-1 0 1,0 0 0,0 0-1,0 1 1,0-1-1,0 0 1,0 0 0,0 0-1,1 0 1,-1 0-1,0 1 1,0-1 0,0 0-1,0 0 1,0 0-1,0 0 1,0 0 0,0 1-1,0-1 1,0 0-1,0 0 17,-4-6-5071,3 4 4250</inkml:trace>
  <inkml:trace contextRef="#ctx0" brushRef="#br0" timeOffset="-127873.71">23399 4141 5689,'0'0'130,"0"0"0,1 0 0,-1 0 0,0 1 0,1-1 0,-1 0 0,1 0 0,-1 0 0,0 0 0,1-1 0,-1 1-1,0 0 1,1 0 0,-1 0 0,0 0 0,1 0 0,-1 0 0,0 0 0,1-1 0,-1 1 0,0 0 0,1 0 0,-1 0 0,0-1 0,0 1 0,1 0-1,-1 0 1,0-1 0,0 1 0,0 0 0,1-1 0,-1 1 0,0 0 0,0-1 0,0 1 0,0 0 0,0-1 0,1 1 0,-1 0 0,0-1 0,0 1 0,0 0-1,0-1 1,0 1 0,0-1 0,0 1 0,0 0 0,-1-1 0,1 1 0,0 0 0,0-1 0,0 1 0,0 0 0,0-1 0,0 1 0,-1 0 0,1-1-1,0 1 1,0 0 0,-1 0 0,1-1 0,0 1 0,0 0 0,-1 0 0,1-1-130,0 2 5410,3 2-3779,14 23-2127,-11-17 516,5 10 28,2-1 0,0 0 0,1-1-1,1-1 1,5 4-48,16 9 213,1-2 0,1-2 0,27 13-213,-38-22 111,30 18-6,0-3-1,2-2 1,2-3-1,5-1-104,-50-20-12,1 0-1,-1 1 0,-1 0 1,1 2-1,-1 0 0,7 5 13,-12-7-142,-10-6-87,-10 3-78,9-2 311,0-1 0,0 1 1,-1-1-1,1 1 1,0-1-1,0 1 1,0 0-1,0 0 1,0 0-1,0 0 0,0 0 1,0 0-1,0 0 1,0 0-1,0 0 1,1 0-1,-1 0 1,0 0-1,1 1 0,-1-1 1,1 1-5,-17 33 125,-9 2-77,10-11-84,-3 2 38,-82 60 50,-25 40 26,-88 105 60,161-176-90,3 3 0,2 2 0,3 3 0,-8 18-48,51-79 0,-38 62-14,-2-1 1,-7 2 13,24-31-783,25-36 736,-1 0 1,1 0-1,0 0 0,-1 0 0,1 0 1,0 1-1,0-1 0,-1 0 1,1 0-1,0 0 0,-1 0 0,1 0 1,0 0-1,-1 0 0,1 0 0,0-1 1,0 1-1,-1 0 0,1 0 0,0 0 1,-1 0-1,1 0 0,0 0 0,0-1 1,-1 1-1,1 0 0,0 0 0,0 0 1,0-1-1,-1 1 0,1 0 0,0 0 1,0 0-1,0-1 0,0 1 0,-1 0 1,1-1-1,0 1 0,0 0 0,0 0 1,0-1-1,0 1 0,0 0 1,0-1-1,0 1 0,0 0 0,0 0 1,0-1-1,0 1 0,0 0 0,0-1 1,0 1-1,0 0 0,0-1 0,0 1 1,0 0-1,1 0 0,-1-1 0,0 1 1,0 0-1,0-1 47,1-28-1266,-3-9 383</inkml:trace>
  <inkml:trace contextRef="#ctx0" brushRef="#br0" timeOffset="-127447.39">23619 4594 7162,'0'7'3480,"5"-1"-807,-5-3-1361,0-3 8,-2 0 89,1-1-57,-1-1-328,0 0-176,0 0-384,0 0-175,0 0-185,1 1-104,-1-1-312,0 2-233,0 0-663,-3 0-400,-6 2-1297,5-2 1793</inkml:trace>
  <inkml:trace contextRef="#ctx0" brushRef="#br0" timeOffset="-127184.46">23162 4649 13915,'30'27'5721,"-7"-16"-2688,-13-3-2561,-3-5-224,-3 3-232,1-1-240,-5-5-736,0 0-601,-2-1-1191,0-1-1033,1 0 2369</inkml:trace>
  <inkml:trace contextRef="#ctx0" brushRef="#br0" timeOffset="-126912.25">22940 4785 13835,'24'12'4881,"-16"-1"-4041,-5-9-328,-1 6-48,-15-7-216,13-6-864,0-10-432,0-12 584</inkml:trace>
  <inkml:trace contextRef="#ctx0" brushRef="#br0" timeOffset="-126911.25">22632 4601 12139,'6'19'4825,"-1"-7"-2641,-5-6-1720,4 1-72,0-1-304,-6-6-472,2 0-1096,0-2 944</inkml:trace>
  <inkml:trace contextRef="#ctx0" brushRef="#br0" timeOffset="-126743.26">22444 4636 10154,'23'31'4993,"-17"-14"-336,-1-8-4009,-12-9-264,-4 0-103,15 4-289,-4-15-777,-4-8-271,-1-16 592</inkml:trace>
  <inkml:trace contextRef="#ctx0" brushRef="#br0" timeOffset="-126535.38">22178 4570 10794,'2'46'4673,"-12"-19"-2016,18-14-1809,-14-13-696,4 4 8,4-10-384,-4 5-368,1-1-1505,-1 0 1345</inkml:trace>
  <inkml:trace contextRef="#ctx0" brushRef="#br0" timeOffset="-126246.03">22099 4583 12987,'-50'86'5033,"58"-62"-2889,-1-6-1376,-3-5-343,-4-9-49,2-1-1000,-2-4-529,-2-1-1727,0 0 1735</inkml:trace>
  <inkml:trace contextRef="#ctx0" brushRef="#br0" timeOffset="-126245.03">21760 4607 13883,'-4'20'4801,"0"-11"-4145,-1 0-448,-2-7-24,7-2-48,0 2-736,-2-4-408,0 0 584</inkml:trace>
  <inkml:trace contextRef="#ctx0" brushRef="#br0" timeOffset="-126066.44">21492 4684 14795,'11'14'4969,"-7"-6"-4809,-2-3-400,-4-8-584,0 1-216,0 0-1689,-11-38 1737</inkml:trace>
  <inkml:trace contextRef="#ctx0" brushRef="#br0" timeOffset="-125882.61">21290 4627 12019,'13'15'4905,"-9"1"-2617,-2-7-1752,9-5-56,-22 1-376,11-6-344,-6-9-568,-8-6-352,10-12-1033,-5-3 1369</inkml:trace>
  <inkml:trace contextRef="#ctx0" brushRef="#br0" timeOffset="-125706.94">21153 4590 9570,'-6'20'4433,"-5"-5"-1528,6-8-1561,-6-5-128,9 2-416,2 3-320,2-5-440,-2-2-232,0 0-608,0-2-344,-2 0 3889,2 1-2369</inkml:trace>
  <inkml:trace contextRef="#ctx0" brushRef="#br0" timeOffset="-125426.51">20883 4636 13691,'6'13'5297,"3"0"-3016,-2-4-2025,-7-5-24,4 1-64,-4-5-200,0 0-440,0 0-297,0 0-1031,0 0 184,0 0 896</inkml:trace>
  <inkml:trace contextRef="#ctx0" brushRef="#br0" timeOffset="-125120.81">20535 4651 15355,'9'27'5978,"0"1"-3890,1-10-1496,-1 10-48,-4-10-304,-3-3-160,0 3-152,0-14-104,0-1-216,-2-3-88,0 0-96,-2-2 40,0 1 104,0-1 0,0 0-200,0 0-321,-9-5-735,0-1 1016</inkml:trace>
  <inkml:trace contextRef="#ctx0" brushRef="#br0" timeOffset="-124177">20429 4671 8802,'-9'2'4209,"7"-4"-1073,0 0-967,0 2-457,2 0-111,0 0-553,0 0-328,0 0-440,0 0-136,0 0-216,0 0-136,0 0-392,0 0-352,0 0 1288,0 0-496</inkml:trace>
  <inkml:trace contextRef="#ctx0" brushRef="#br0" timeOffset="-123846.09">20108 4625 14323,'23'29'6681,"-12"-15"-6817,-18-21-5566,-9-41 1726,-7 0 2292,23 46 1635,-1 1 0,1 0 1,-1-1-1,0 1 0,0 0 0,1 0 0,-1-1 0,0 1 1,0 0-1,0 0 0,0 0 0,-1 0 0,1 1 0,0-1 0,0 0 1,0 0-1,-1 1 0,1-1 0,0 0 0,-1 1 0,1-1 1,-1 1-1,1 0 0,0 0 0,-1-1 0,1 1 0,-1 0 1,0 0 48,-1 0-43,1 1 91,1-1 0,-1 1 0,1-1 0,0 1 0,-1 0 0,1 0 0,0-1 0,0 1 0,-1 0 0,1 0 0,0 0 0,0 0 0,0 1 0,0-1 0,0 0 0,1 0 0,-1 0 0,0 1 0,0-1 0,1 1 0,-1-1 0,1 0 0,-1 1 0,1-1 0,0 1 0,-1-1 0,1 1 0,0-1-1,0 1 1,0-1 0,0 1 0,0 0-48,0 1 92,0-2 37,-1 1 0,0 0 0,1-1 0,-1 1 0,0-1 0,0 1-1,0-1 1,0 0 0,0 1 0,0-1 0,0 0 0,0 0 0,0 0 0,-1 0-1,1 0 1,0 0 0,-1 0 0,1 0 0,-1 0 0,1 0 0,-1-1-1,1 1 1,-1-1 0,0 1 0,1-1 0,-1 0 0,-1 1-129,2-2 524,-1-1-636,2 1-100</inkml:trace>
  <inkml:trace contextRef="#ctx0" brushRef="#br0" timeOffset="-105571.49">969 9848 2425,'-1'0'49,"1"0"1,-1 0-1,1-1 0,0 1 1,-1 0-1,1 0 1,0 0-1,-1 0 1,1-1-1,0 1 1,-1 0-1,1 0 1,0-1-1,-1 1 1,1 0-1,0-1 1,0 1-1,0 0 1,-1-1-1,1 1 1,0 0-1,0-1 1,0 1-1,0 0 1,-1-1-1,1 1 1,0-1-1,0 1 1,0 0-1,0-1 1,0 1-1,0-1 1,0 1-1,0 0 1,0-1-1,0 1 1,1-1-1,-1 1 1,0 0-1,0-1 1,0 1-1,0 0 1,0-1-1,1 1 1,-1 0-1,0-1 1,0 1-1,1 0 1,-1-1-1,0 1 1,1 0-1,-1 0 1,0-1-1,0 1 1,1 0-1,-1 0 1,1 0-1,-1 0 1,0-1-1,1 1 1,-1 0-1,0 0 0,1 0 1,-1 0-1,1 0 1,-1 0-50,8-5 821,-7 4-775,-1 1 0,0-1 0,0 1 0,1-1 0,-1 1 0,0-1-1,0 1 1,0-1 0,0 1 0,0-1 0,0 1 0,0-1 0,0 0 0,0 1 0,0-1 0,0 1 0,0-1 0,0 1 0,0-1-1,0 1 1,0-1 0,-1 1 0,1-1 0,0 1 0,0-1 0,-1 1 0,1-1 0,0 1 0,-1 0 0,1-1 0,0 1-1,-1-1 1,1 1 0,-1 0 0,1-1 0,-1 1 0,1 0 0,0 0 0,-1-1 0,1 1 0,-1 0 0,1 0 0,-1 0-1,0 0 1,1-1 0,-1 1 0,1 0 0,-1 0 0,1 0 0,-1 0 0,1 0 0,-1 0 0,1 0 0,-1 1 0,1-1-1,-1 0 1,0 0-46,-1 0 184,-8-4 994,17 4 309,2 0-772,-12 2 18,15 48-392,-8-37-294,0 0 15,0 0 0,-1 0 0,-1 1 0,0-1 0,0 0 0,-1 10-62,0 4 120,2 0 0,1 0 1,1 0-1,2 4-120,3 16 124,42 188 264,-18 0-213,4 68-14,-18 23 58,12 38 119,-18-230-233,41 667 307,-32-264-5,-22-511-387,6 206 522,17 71-542,23 58 410,-26-138-61,-8 95-349,-15 209 516,2-404-310,6-1-1,15 84-205,-16-176 15,-1 0-1,-1 0 1,-2 0 0,-1 0-1,-1 0 1,-4 18-15,0 3-33,1 1-1,3-1 0,5 52 34,-3-96-3,4 32-54,-12-31-382,7 2 298,0 16 45,0-26 105,-2 7 308,16-11-87,85-31 70,-73 17-212,-20 11-63,4-2-18,0 0 0,0 0-1,1 2 1,1-1 0,-1 1 0,1 1-1,0 0 1,0 1 0,1 0 0,0 1-1,0 0 1,0 1 0,0 0 0,0 1 0,11 0-7,35-3 119,-1-3 0,22-6-119,148-19 240,-64 10 422,109 2-662,104 23 701,-28-8-265,-94 18-348,145 20-21,277-9 154,-301-11-141,-194 1-70,48 14-10,178 43-15,-270-48 14,28 7 2,-88-15 6,465 67 18,-297-60-1,53 5 24,-34-19 61,-9 6-90,-156-4-6,-9 2-10,18-13 22,-52 9 14,-57-7-37,1 0 0,-1 0-1,0 1 1,1-1 0,-1 0-1,0 0 1,1 0 0,-1 0 0,1 1-1,-1-1 1,0 0 0,1 0 0,-1 0-1,1 0 1,-1 0 0,1 0-1,-1 0 1,0 0 0,1 0 0,-1 0-1,1 0 1,-1-1 0,0 1-1,1 0 1,-1 0 0,0 0 0,1 0-1,-1-1 1,1 1 0,-1 0-1,0 0 1,1-1 0,-1 1 0,0 0-1,0 0 1,1-1 0,-1 1-1,0 0 1,0-1 0,1 1 0,-1-1-1,0 1 1,0 0 0,0-1 0,0 1-1,0-1 1,0 1 0,0 0-1,1-1 1,-1 1 0,0-1 0,0 1-1,0 0 1,-1-1 0,1 1-1,0-1 1,0 1 0,0 0 0,0-1-2,0-4 111,0 4-3795,0 1-368</inkml:trace>
  <inkml:trace contextRef="#ctx0" brushRef="#br0" timeOffset="-102664.02">12465 8717 6801,'24'-7'6742,"-23"6"-5310,-1 6 183,6 30-1641,7 42 3,6 65 6,-5 38 37,-10-75 33,21 135 295,-18-106-72,20 164 232,-26-144-351,10 9-67,-7-80-59,17 164 30,3-73-30,-10-5-6,17 172 22,-16-170-31,8 2-7,40 354-1,18-8-8,19 290 63,-68-250-150,-8-172 24,1-164 124,10 0 0,9-1-61,3-54 93,-22-83 82,9 64-175,-20 17 80,-12-81-103,0-18-25,-2 5-23,15-9 15,0-23 46,-12-8 10,3-25 1,4 12-1,-11 1-17,-3-16 5,6 4-16,-3-8 27,1 0 1,0 0-1,0 0 1,-1 0-1,1 0 0,0 0 1,-1 0-1,1 0 1,0 0-1,-1 0 1,1 0-1,0 0 1,0 0-1,-1 0 1,1 0-1,0 1 1,0-1-1,-1 0 1,1 0-1,0 0 1,0 0-1,-1 1 1,1-1-1,0 0 1,0 0-1,0 1 1,0-1-1,-1 0 1,1 0-1,0 1 1,0-1-1,0 0 1,0 0-1,0 1 1,0-1-1,0 0 1,0 1-1,-1-1 1,1 0-1,0 0 1,0 1-1,0-1 0,0 0 1,1 1-1,-1-1 1,0 0-1,0 0 1,0 1-1,0-1 1,0 0-1,0 1 1,0-1-1,0 0 1,1 0-1,-1 1 1,0-1-1,0 0 1,0 0-1,1 0 1,-1 1-1,0-1 1,0 0-1,1 0 1,-1 0-1,0 0 1,0 1-1,1-1 1,-1 0-1,0 0 1,0 0 0,0 0 0,0 0 0,-1 0 0,1 0 0,-1 0 0,1 0 0,-1 0 1,1 1-1,-1-1 0,1 0 0,-1 0 0,1 0 0,0 0 0,-1 1 1,1-1-1,0 0 0,-1 1 0,1-1 0,-1 0 0,1 1 0,0-1 1,0 0-1,-1 1 0,1-1 0,0 0 0,0 1 0,-1-1 0,1 1 1,0-1-1,0 1 0,0-1 0,0 0 0,0 1 0,-1-1 0,1 1 1,0-1-1,0 1 0,0-1 0,0 1 0,0-1 0,1 1 0,-1-1 1,0 1-1,0-1 0,0 0 0,0 1 0,0-1 0,1 1 0,3 3 0,0 0 0,0-1 0,0 0-1,0 0 1,1 0 0,-1 0 0,1-1-1,0 0 1,0 0 0,0 0 0,4 1 0,-5-6 13,-1-3 186,32-8-26,-8 4-123,84-24 56,48-4-101,62-47-266,-1 29 188,-83 22 111,-78 29 6,0 3-1,1 3 1,19 3-44,130 14 121,165 6 133,-61-38-177,25-13-29,-156 4 89,-94 10 244,82-1-381,4 17 593,10 8-593,74 3 256,-43-17-120,89-18-136,-232 15 1,406-46-1,-116 20 42,-299 30 17,1 2 0,0 3 1,-1 3-1,31 8-59,89 24 387,-2 7 0,19 16-387,137 41 206,60-14-180,-269-62 186,-1 6 1,79 32-213,-11-3 113,-164-54-175,-31-12-625,-2 3-3955,0-3 251,2 3 3661</inkml:trace>
  <inkml:trace contextRef="#ctx0" brushRef="#br0" timeOffset="-100400.1">24253 9870 4305,'2'-2'183,"0"-1"0,-1 1 0,1 0-1,-1-1 1,0 0 0,1 1 0,-1-1 0,0 0 0,0 1 0,-1-1 0,1 0 0,-1 0 0,1-2-183,-1 5 0,-2-10 250,-15-12 328,27 12 274,-10 10-730,0 0 1,0 0-1,-1 0 1,1 0-1,0 0 1,0 0-1,0 0 0,0 0 1,0-1-1,0 1 1,0 0-1,0 0 1,0 0-1,0 0 1,0 0-1,0 0 0,0 0 1,0 0-1,-1-1 1,1 1-1,0 0 1,0 0-1,0 0 0,0 0 1,0 0-1,0 0 1,0 0-1,0-1 1,0 1-1,1 0 1,-1 0-1,0 0 0,0 0 1,0 0-1,0 0 1,0 0-123,0 0 409,4 20-25,55 173-29,-21-50-27,-30-56-185,11 15-34,18 138 7,20 48-65,-5 272-52,-48-503-4,40 811-469,116 383-70,-54-602 936,-49-259-12,-54-367-369,8 76 23,15 54-34,-9-74-47,-5-6-47,23 61-244,-12-12 1,-14-88 262,38 118-127,-22-88 175,-11-5 36,20 56 73,15 27 235,-19-82-56,17-13 81,-38-40-278,8 5-128,-16-21-91,27-10 466,41-10 6,21-4 2,-44 12 5,1 1-1,0 3 1,20-4-324,-10 3 81,-2-3 0,-1-2 1,10-8-82,-40 22 16,0 0-1,1 2 1,0 0 0,0 2 0,1 1 0,5 0-16,30-5 42,224-42 213,-207 42-160,0 3 0,0 3 0,34 6-95,-22-2 62,304 14 124,-317-9-156,410 19 202,-194-13 34,-155-7-79,149 21 185,149 5 32,-154-12-132,-141-7-121,138 20 134,-138-22-159,15 1 130,75 17-256,-82 3 299,82 30-299,771 273 154,-867-287-192,64 36 172,-170-73-54,-11-9 50,-18-8-3730,0 5 2757</inkml:trace>
  <inkml:trace contextRef="#ctx0" brushRef="#br0" timeOffset="-96976.18">8005 12876 10410,'0'-4'6181,"1"-3"-3289,-1 7-2884,0 0 0,0-1-1,0 1 1,0 0 0,0 0 0,0-1 0,0 1 0,0 0-1,0-1 1,-1 1 0,1 0 0,0 0 0,0-1-1,0 1 1,0 0 0,0 0 0,-1-1 0,1 1-1,0 0 1,0 0 0,0 0 0,-1-1 0,1 1 0,0 0-1,0 0 1,-1 0 0,1 0 0,0-1 0,0 1-1,-1 0 1,1 0 0,0 0 0,0 0 0,-1 0 0,1 0-1,0 0 1,-1 0 0,1 0 0,0 0 0,0 0-1,-1 0 1,1 0 0,0 0 0,-1 0 0,1 0-1,0 0 1,0 0 0,-1 0 0,1 1 0,0-1 0,-1 0-8,-56 9-541,-2-1-100,-5-12-2379,43 0 1203,4 3 629</inkml:trace>
  <inkml:trace contextRef="#ctx0" brushRef="#br0" timeOffset="-96675.26">7394 12818 10906,'15'16'4721,"-6"4"-1744,-11-5-2665,4 0-216,-2-1-88,-15-5-32,-1-3-248,-8-2-256,-3-6-712,1-6-577,4-3 1113</inkml:trace>
  <inkml:trace contextRef="#ctx0" brushRef="#br0" timeOffset="-96422.31">6756 12761 11074,'-3'0'4929,"4"14"-1472,-1-10-3225,-11-6-248,4-3-272,0-4-232,-2-4-704,-1-6-441,3 8 1009</inkml:trace>
  <inkml:trace contextRef="#ctx0" brushRef="#br0" timeOffset="-96226.33">6144 12550 12195,'-26'13'4649,"21"0"-3169,3-6-1160,2 4-400,-2-4-216,11 8-640,4 5-569,7-3 905</inkml:trace>
  <inkml:trace contextRef="#ctx0" brushRef="#br0" timeOffset="-95954.83">5616 12821 13731,'-2'-3'4761,"-11"3"-4033,4 3-800,-7 3-96,1-3-16,4-1-344,-2-2-264,4 0-809,0-2-351,3-1-817,4 1 1601</inkml:trace>
  <inkml:trace contextRef="#ctx0" brushRef="#br0" timeOffset="-95758.34">5082 12682 11386,'-29'9'5170,"18"15"-2098,0-4-2144,-13-2-1128,13 8-240,11-8-624,-18 1-296,1-8 800</inkml:trace>
  <inkml:trace contextRef="#ctx0" brushRef="#br0" timeOffset="-95498.49">4494 12720 14987,'-7'21'5041,"-8"-21"-3920,-16 0-2082,-11-6-295,-23-10-304,5-5-897,1 7 1561</inkml:trace>
  <inkml:trace contextRef="#ctx0" brushRef="#br0" timeOffset="-95250.68">3112 12631 15963,'11'56'4905,"-10"-1"-5361,-1-12-448,-7-9-432,-8-2-208,-5-21 983</inkml:trace>
  <inkml:trace contextRef="#ctx0" brushRef="#br0" timeOffset="-95249.68">2529 12601 14811,'-15'22'4897,"6"6"-4105,-22-21-1632,3-1-272,2 8-360,-19-6-1241,10 8 1729</inkml:trace>
  <inkml:trace contextRef="#ctx0" brushRef="#br0" timeOffset="-94979.21">1449 12783 14731,'-2'42'4673,"-11"-11"-4913,-3-7-464,-17-9-424,-4-12-105,0-3-1503,-3-5 1704</inkml:trace>
  <inkml:trace contextRef="#ctx0" brushRef="#br0" timeOffset="-94438.56">4235 12816 14099,'4'0'4825,"-8"0"-4433,-14 0-352,7 2-16,-2 5 16,8 0 0,7 1-88,-12-8-480,-1 3-320,-20-8-1937,11 1 1809</inkml:trace>
  <inkml:trace contextRef="#ctx0" brushRef="#br0" timeOffset="-94168.8">3088 12748 11803,'11'31'4665,"-2"0"-3249,-5-5-1816,-10-19-1073,-7-7-15,-14-9-736,-4-7 1471</inkml:trace>
  <inkml:trace contextRef="#ctx0" brushRef="#br0" timeOffset="-93896.69">2351 12748 12595,'-6'24'4481,"-14"1"-2969,-11-4-2904,-4-9-729,-14-6 1409</inkml:trace>
  <inkml:trace contextRef="#ctx0" brushRef="#br0" timeOffset="-93643.96">1115 12722 13867,'-33'37'6977,"41"7"-5328</inkml:trace>
  <inkml:trace contextRef="#ctx0" brushRef="#br0" timeOffset="-89795.82">8709 13122 5185,'-7'0'1208,"-10"0"11274,9 0-10390,1-6-2265,-19-51 127,-1-8 29,26 62 15,0-1 0,1 1 0,-1-1 0,1 1 0,0-1 0,0 1-1,0-1 1,0 1 0,0-1 0,1 1 0,0-1 0,0 1 0,0 0 0,0-1 0,0 1 0,0 0 0,1 0 0,0 0-1,0-1 3,3-5-5,31-87-51,-23 58 30,-8 36-44,-4 2-29,-1 0-45,2 4-4,45 81-16,-16-6 92,-1-2-252,-25-75-137,1-16-697,49-136 880,-50 136 307,1-1 0,0 1 0,1 0 0,1 1-1,0 0 1,1 0 0,4-5-29,38-41 705,-51 58-688,0 1 1,0-1-1,0 1 0,0 0 0,0-1 0,1 1 0,-1 0 1,0-1-1,0 1 0,1 0 0,-1-1 0,0 1 0,0 0 1,1-1-1,-1 1 0,0 0 0,1 0 0,-1-1 0,0 1 1,1 0-1,-1 0 0,1 0 0,-1 0 0,0-1 0,1 1 1,-1 0-1,1 0 0,-1 0 0,0 0 0,1 0 0,-1 0 1,1 0-1,-1 0 0,0 0 0,1 0 0,-1 0 0,1 1 1,-1-1-1,0 0 0,1 0 0,-1 0 0,1 0 0,-1 1 1,0-1-1,1 0 0,-1 0 0,0 1 0,1-1 0,-1 0-17,11 21 224,-8-15-159,15 50 123,25 123-80,-38-156-107,-5-18-9,1 0 0,0 0 0,0-1 0,1 1 0,-1 0 0,1-1 0,0 1 0,1-1 0,-1 1 0,1 0 8,47 52-2066,-42-59-2463,-5-2-57,45-9 3706,34 0 3718,-57 10-1752,-18 2-883,1 1 0,-1-1 0,0-1-1,0 1 1,0-1 0,0 0 0,0-1-1,-1 0 1,1 0 0,-1 0 0,1-1-1,-1 1 1,3-4-203,3-4 211,-9 10-198,-1-1 0,1 0 1,-1 1-1,1-1 0,-1 0 0,0 0 0,0-1 1,0 1-1,0 0 0,0-1 0,0 1 0,-1-1 0,1 1 1,-1-1-1,1 0 0,-1 0 0,0 0 0,-1 0 1,1 1-1,0-1 0,-1 0 0,1 0 0,-1-1 1,0 1-1,0 0 0,0 0 0,-1 0 0,1 0 1,-1-1-14,-11-20 86,-13-17 218,21 38-247,0 1 0,1-1 0,-1 1 0,0 0 0,-1 0 0,1 0 1,0 1-1,0 0 0,-1-1 0,1 2 0,-1-1 0,1 0 0,-1 1 0,1 0 0,-1 0 0,1 0 0,-4 1-57,5-1 49,1 1 0,-1 0 0,0 0-1,0 0 1,1 0 0,-1 0 0,0 0 0,1 1 0,-1-1 0,1 1 0,0 0-1,-1 0 1,1 0 0,0 0 0,0 0 0,0 0 0,0 0 0,1 1 0,-1-1 0,1 1-1,-1-1 1,1 1 0,0 0 0,0 0 0,0-1 0,0 2-49,-11 76 1479,11-70-1348,1 0 0,0 0 1,0 0-1,1 0 0,1 0 0,-1 0 1,1 0-1,1 0 0,0-1 0,0 1 1,1-1-1,3 6-131,0-6-11,0 0 0,0 0 0,0 0 0,1-1 0,1 0 0,-1-1 0,1 0 0,0 0 0,1-1 0,0 0 0,0 0 0,0-1 0,1-1 0,-1 0 0,1 0 0,3 0 11,-9-3-224,1 0 1,0 0-1,-1-1 1,1 1-1,0-1 1,0 0 0,0-1-1,-1 0 1,1 0-1,0 0 1,-1 0-1,1-1 1,-1 0-1,1 0 1,-1-1 0,0 1-1,0-1 1,0 0-1,0-1 1,0 0 223,28-33-1334</inkml:trace>
  <inkml:trace contextRef="#ctx0" brushRef="#br0" timeOffset="-89425.77">9739 12867 7610,'1'-22'4732,"-1"21"-4687,-1 1 1,1-1-1,-1 0 0,1 0 0,-1 1 0,1-1 1,-1 0-1,1 1 0,-1-1 0,0 1 1,1-1-1,-1 1 0,0-1 0,1 1 0,-1-1 1,0 1-1,0 0 0,0-1 0,1 1 0,-1 0 1,0 0-1,0-1 0,0 1 0,0 0 0,0 0 1,1 0-1,-1 0 0,0 0 0,0 0 1,0 1-1,0-1 0,1 0 0,-1 0 0,0 1 1,0-1-1,0 0 0,0 1-45,-5 2 33,1 0 1,0 0-1,-1 0 0,1 1 1,1-1-1,-1 1 0,0 1 1,1-1-1,0 1 0,0-1 1,0 1-1,-2 4-33,3-3 3,-1 0 0,1 0 0,0 1-1,0-1 1,0 1 0,1 0 0,0-1 0,1 1 0,-1 0-1,1 0 1,1 0 0,-1 0 0,1 0 0,0 1 0,1-1-1,0 0 1,0 0 0,0 0 0,1-1 0,0 1 0,0 0-1,1 0 1,0-1 0,2 4-3,-4-9 1,0 1 0,-1 0 0,1-1 0,0 1 0,1-1 0,-1 1 0,0-1 0,0 1 0,0-1-1,1 0 1,-1 0 0,1 0 0,-1 0 0,1 0 0,0 0 0,-1 0 0,1 0 0,0 0 0,-1-1 0,1 1 0,0-1 0,0 1 0,0-1 0,-1 0 0,1 0-1,0 0 1,1 0-1,4-1-11,0-1-1,-1 0 1,1-1-1,-1 1 0,1-1 1,-1-1-1,0 1 0,0-1 1,-1 0-1,1 0 0,-1-1 1,0 1-1,0-1 0,0-1 1,-1 1-1,0 0 0,0-1 1,0 0-1,0 0 1,-1 0-1,0-1 0,-1 1 1,1-1-1,-1 1 0,-1-1 1,2-5 11,14-82 783,-21 86 633,4 8-889</inkml:trace>
  <inkml:trace contextRef="#ctx0" brushRef="#br0" timeOffset="-89168.53">9831 12891 17484,'23'81'-48,"-15"-45"-152,10 5-512,-1 1-409,-3-9-1431,3-4-881,-14-12 2121</inkml:trace>
  <inkml:trace contextRef="#ctx0" brushRef="#br0" timeOffset="-88891.63">9931 13173 2977,'2'-9'5277,"3"-4"-3955,-1 5-584,11-36 899,-13 37-1486,0 1 0,1-1 0,-1 1 0,1-1 0,0 1 0,1 0 0,0 0 0,0 0 0,0 1 1,1-1-152,38-52 1397,-40 52-1290,1 1 0,-1-1 1,0 0-1,0 0 0,0-1 0,-1 1 0,0 0 0,0-1 0,0-1-107,-2 5 36,1 0-1,0 0 0,-1 0 0,2 0 1,-1 0-1,0 1 0,0-1 0,1 0 0,0 1 1,-1-1-1,1 1 0,0-1 0,0 1 1,1 0-1,-1 0 0,0 0 0,1 0 0,-1 0 1,1 0-1,0 1 0,-1-1 0,1 1 1,0 0-1,0 0 0,0 0 0,0 0 0,0 0 1,0 1-1,0-1 0,0 1 0,0 0 1,0 0-1,0 0 0,3 1-35,-1-1 34,-1 0 0,0 0 0,1 0 0,-1 1 1,0 0-1,1 0 0,-1 0 0,0 0 0,0 1 0,0 0 0,0 0 0,2 1-34,7 13 154,10 10-30,-19-19-102,-1 0 1,1 1-1,-2-1 0,1 1 1,-1 0-1,0 0 1,1 6-23,-2-7 12,6 59 61,-8-56-71,2-1 1,-1 1 0,1 0 0,1 0-1,-1-1 1,2 1 0,-1-1 0,2 1-1,-1-1 1,1 0 0,0 0 0,2 1-3,12 8 2512,0-17-1242</inkml:trace>
  <inkml:trace contextRef="#ctx0" brushRef="#br0" timeOffset="-88280.89">8945 14246 7770,'4'-10'6209,"-1"5"-4747,14-39-413,-12 29-994,-1 1 0,0-1 0,-1 0 0,-1 0 0,0 0 0,-1 0 0,-1 0 0,0-4-55,-8-86 127,5-1 0,4 0-1,8-45-126,-9 146 11,1-1-1,-1 1 0,1-1 1,0 1-1,0-1 0,0 1 1,1 0-1,0-1 0,0 1 1,0 0-1,0 0 0,1 1 1,0-1-1,0 0 0,0 1 0,1 0 1,0 0-1,-1 0 0,4-3-10,-4 6-11,0-1 0,0 1-1,0-1 1,0 1 0,0 0-1,1 0 1,-1 0-1,0 1 1,0-1 0,1 1-1,-1 0 1,0 0-1,0 0 1,1 0 0,-1 1-1,0-1 1,1 1 0,-1 0-1,0 0 1,0 0-1,0 0 1,0 0 0,2 2 11,62 42-1143,-60-39 891,0 1 0,0 0 0,-1 0 0,0 0 0,-1 1 0,0-1 0,0 1 0,0 0 0,0 2 252,24 71-4153,-14-49 2946</inkml:trace>
  <inkml:trace contextRef="#ctx0" brushRef="#br0" timeOffset="-88009.76">9330 13778 6089,'-68'13'3025,"39"-17"-737,5 1-471,-27 3-473,-6 0-248,-4 9-536,-3-2-207,13 6-305,5-2-136,9-4-465,14 4-335,8-5-1320,9-2 1400</inkml:trace>
  <inkml:trace contextRef="#ctx0" brushRef="#br0" timeOffset="-87678.82">9290 13919 6225,'0'-4'3078,"0"4"-2983,1 0-1,-1-1 1,0 1-1,0 0 1,0 0-1,0-1 1,0 1-1,0 0 1,0-1-1,0 1 1,0 0-1,0-1 1,0 1 0,0 0-1,0-1 1,0 1-1,0 0 1,0 0-1,0-1 1,0 1-1,-1 0 1,1-1-1,0 1 1,0 0-1,0 0 1,0-1 0,-1 1-1,1 0 1,0 0-1,0-1 1,0 1-1,-1 0 1,1 0-1,0 0 1,0 0-1,-1-1 1,1 1-1,0 0 1,-1 0 0,1 0-1,0 0 1,0 0-1,-1 0 1,1 0-1,0 0 1,-1 0-1,1 0 1,0 0-1,-1 0 1,1 0-1,0 0 1,-1 0-95,-4 5 563,-11 24-452,-9 32-77,24-58-35,0 1 0,0-1 0,1 1 0,-1 0 0,1-1 0,0 1 0,0 0 0,0 0 1,1-1-1,-1 1 0,1-1 0,0 1 0,0 0 0,0-1 0,1 1 1,2 9-12,9 41-11,-12-53 23,0 1 4,0 1-1,0 0 0,0-1 1,1 0-1,-1 1 0,1-1 1,0 0-1,-1 0 0,1 0 0,0 0 1,0 0-1,0 0 0,1 0 1,-1-1-1,0 1 0,1-1 1,-1 0-1,2 1-3,52-1 48,-50-3-51,1 0 0,-1 0 0,0-1 0,0 0 0,-1 0 0,1 0 0,-1-1 0,1 1 0,-1-1 0,0-1 0,0 1 0,-1-1 0,1 0 1,2-4 2,-5 3 11,1-1 1,-1 0-1,-1 0 1,1 0-1,-1 0 1,0 0 0,-1 0-1,0 0 1,0 0-1,0 0 1,-1-1 0,0 1-1,-1-3-11,1 3 26,-1 0 0,1 0 0,-2 0 1,1 0-1,-1 0 0,0 0 0,0 1 0,-1-1 0,1 1 0,-2 0 0,1 0 0,-1 0 0,0 1 0,0 0 1,0 0-1,-5-4-26,-30-17-821,30 21-241,22 7 419</inkml:trace>
  <inkml:trace contextRef="#ctx0" brushRef="#br0" timeOffset="-87084.01">9552 14303 8450,'-1'-26'4781,"10"-15"-4045,-7 34-316,6-28 130,26-75 272,16 3-435,-49 106-392,0 0 0,-1 0 0,1 0 0,0-1 0,0 1 0,-1 0-1,1 1 1,0-1 0,0 0 0,0 0 0,0 0 0,1 0 0,-1 1 0,0-1 0,0 1-1,0-1 1,1 1 0,-1-1 0,0 1 0,0-1 0,1 1 0,-1 0 0,0 0 0,1 0 0,-1 0-1,0 0 1,1 0 0,-1 0 0,0 0 0,1 1 0,-1-1 0,0 0 0,0 1 0,1-1 0,-1 1-1,0-1 1,0 1 0,0 0 0,0-1 0,0 1 5,8 4-291,-1 0 0,0 0 0,0 1 0,-1 0-1,0 1 1,0-1 0,0 1 0,-1 1 0,0-1 0,0 1 291,14 26-30,-13-28 144,1 3-16,17 9 189,-20-17-246,1 0-1,-1 0 1,1-1-1,0 0 0,-1 0 1,1 0-1,0-1 1,-1 0-1,1 0 1,-1 0-1,1-1 1,0 0-41,-5 2 1,0 0 1,0-1-1,0 1 1,0-1-1,0 1 1,0-1-1,-1 1 1,1-1-1,0 1 1,0-1 0,-1 0-1,1 1 1,0-1-1,-1 0 1,1 0-1,0 1 1,-1-1-1,1 0 1,-1 0-1,1 0 1,-1 0-1,0 0 1,1 0 0,-1 0-1,0 0 1,0 0-1,0 0-1,3-9 3,2-1 3,3-19 0,-13 7-9,5 22 8,0 0 0,0 0-1,0-1 1,0 1 0,0 0 0,0 0 0,-1 0-1,1 0 1,0 0 0,-1 0 0,1 0 0,-1 0-1,1 0 1,-1 1 0,1-1 0,-1 0 0,0 0-1,1 0 1,-1 1 0,0-1 0,0 0 0,1 0-1,-1 1 1,0-1 0,0 1 0,0-1 0,0 1-1,0-1 1,0 1 0,0 0 0,-1-1-5,0 0 14,-3-2 55,0 1 0,1-1-1,-1 1 1,0 0 0,-1 0 0,1 1 0,0-1 0,0 1 0,-1 1 0,1-1 0,-1 1 0,1-1 0,-1 2 0,1-1 0,0 0 0,-3 2-69,5-2 75,0 1 1,1 0 0,-1 0 0,0 1 0,1-1 0,-1 0 0,1 1 0,-1-1-1,1 1 1,0 0 0,-1 0 0,1 0 0,0 0 0,1 0 0,-1 1-1,0-1 1,0 0 0,0 2-76,0 5 258,1 0 0,-1 1 1,1-1-1,1 1 0,0-1 0,0 1 0,1-1 0,0 0 0,1 6-258,1-5 115,0 1 0,0-1 0,1 0 0,0-1 0,1 1 0,0-1 0,1 0 0,0 0 0,4 5-115,-5-9-56,0 1-1,0 0 1,1-1-1,-1 0 1,1-1 0,0 1-1,1-1 1,-1 0-1,1 0 1,0-1-1,0 0 1,7 2 56,-9-4-233,1-1 1,0 1-1,-1-1 1,1 0-1,0 0 1,-1-1-1,1 0 1,-1 0-1,1 0 0,-1-1 1,4-1 232,34-13-1985,-4-15 868</inkml:trace>
  <inkml:trace contextRef="#ctx0" brushRef="#br0" timeOffset="-86735.33">10203 13919 11098,'-2'4'3888,"-10"1"-2829,1-1-698,-3 10 102,-12 6-67,-20 20 1,42-38-381,1 0 9,-1 0 0,1 0 1,0 0-1,0 0 0,0 0 0,0 1 0,0-1 1,0 1-1,1 0 0,-1 0 0,1 0 0,0 0 1,-1 0-1,2 1 0,-1-1 0,0 1 1,1-1-1,-1 1 0,1-1 0,0 1 0,0 0 1,1 0-1,-1 0 0,1-1 0,0 1 0,0 0 1,0 3-26,3 5 101,1 0 1,0 0 0,0-1-1,2 1 1,-1-1 0,1-1-1,1 1 1,6 7-102,-9-14-6,0 0 0,0 0 1,1 0-1,0-1 0,0 0 0,0 0 0,0 0 1,0-1-1,1 1 0,-1-1 0,4 0 6,2 2-269,1-1 0,0-1 0,-1 0 1,1-1-1,0 0 0,0-1 0,0 0 0,0-1 0,-1 0 0,1-1 0,0 0 0,-1-1 1,1 0-1,-1-1 0,0 0 0,6-3 269,23-19-1003</inkml:trace>
  <inkml:trace contextRef="#ctx0" brushRef="#br0" timeOffset="-86257.78">10474 14042 8778,'0'-12'5157,"-7"-11"-4850,2 18-210,3 4-79,-1 0-5,1-1 1,-1 1 0,1 0-1,-1 0 1,1 0-1,-1 0 1,0 1 0,1-1-1,-1 1 1,0 0-1,0-1 1,1 1 0,-1 1-1,-1-1-13,-43 8 124,46-7-115,-1-1 0,1 1 1,-1-1-1,1 1 0,-1 0 0,1 0 0,-1 0 0,1 0 0,0 0 1,0 0-1,-1 0 0,1 0 0,0 0 0,0 0 0,0 1 0,0-1 1,0 0-1,0 1 0,1-1 0,-1 1 0,0-1 0,1 1 0,-1-1 1,1 1-1,-1 0 0,1-1 0,0 1 0,0-1 0,0 1 0,0 0-9,0-1 6,-1 9 31,0 1 1,1-1-1,0 0 0,1 1 0,1-1 0,-1 0 0,1 0 1,2 2-38,-2-7 8,0 0 1,0 1-1,1-1 1,0 0 0,0-1-1,0 1 1,1 0-1,0-1 1,0 0 0,0 0-1,1 1-8,-4-4-8,1 0-1,-1 0 0,0 0 0,0 0 0,1 0 1,-1-1-1,0 1 0,1 0 0,-1-1 1,1 1-1,-1-1 0,1 0 0,-1 1 1,1-1-1,-1 0 0,1 0 0,-1 0 1,1 0-1,-1 0 0,1 0 0,-1-1 1,1 1-1,-1 0 0,1-1 0,-1 1 1,1-1-1,-1 1 0,0-1 0,1 0 1,-1 0-1,0 0 0,0 1 0,1-1 1,-1 0-1,0-1 0,1 0 9,30-44-290,-31 45 288,46-112-148,-47 112 164,0 1 0,0-1 0,0 1 0,1-1 0,-1 1 0,0-1 0,0 1 1,0-1-1,0 1 0,1 0 0,-1-1 0,0 1 0,0-1 0,1 1 0,-1 0 0,0-1 0,1 1 0,-1-1 0,0 1 1,1 0-1,-1 0 0,0-1 0,1 1 0,-1 0 0,1 0 0,-1-1 0,1 1 0,-1 0 0,1 0 0,-1 0 1,1 0-1,-1 0 0,0 0 0,1 0 0,-1 0 0,1 0 0,-1 0 0,1 0 0,-1 0 0,1 0 0,-1 0 1,1 0-1,-1 0 0,1 1 0,-1-1 0,1 0 0,-1 0 0,0 0 0,1 1 0,-1-1 0,1 0 0,-1 1 1,0-1-1,1 0 0,-1 1 0,0-1 0,0 0 0,1 1 0,-1-1 0,0 1 0,0-1 0,1 1-14,0 0 344,-1-1-69,4 15 125,24 63-198,-28-74-273,0-1 1,1 0 0,0 0-1,0 1 1,0-1 0,0 0-1,0 0 1,0 0 0,1 0-1,0 0 1,-1-1 0,1 1-1,0 0 1,1-1 0,-1 1 0,0-1-1,1 0 1,-1 0 0,1 0-1,0 0 1,-1 0 0,1 0-1,0-1 1,0 1 0,0-1-1,0 0 1,0 0 0,1 0-1,1 0 71,21 0-1960,-1-6 778</inkml:trace>
  <inkml:trace contextRef="#ctx0" brushRef="#br0" timeOffset="-85853.71">10920 13782 7202,'9'12'5657,"-14"6"-3888,3-16-1733,1 0 0,-1 1 0,1-1 0,-1 0 0,0 1 0,1-1 0,-1 0 0,0 0 0,-1-1 0,1 1 0,0 0 0,0-1 0,-3 2-36,0 1 21,-25 15 12,24-17-32,0 2 0,1-1 0,-1 0 0,1 1 0,0 0 0,0 1 0,0-1 0,0 1 0,1 0 0,0 0 0,0 0 0,0 0 1,1 1-1,-2 3-1,-5 24 74,10-33-68,0 1 0,-1-1 0,1 1 0,0-1-1,-1 0 1,1 1 0,0-1 0,0 1 0,-1 0 0,1-1-1,0 1 1,0-1 0,0 1 0,0-1 0,0 1 0,0-1 0,0 1-1,0-1 1,0 1 0,0 0 0,0-1 0,0 1 0,0-1-1,0 1 1,1-1 0,-1 1 0,0-1 0,0 1 0,1-1-1,-1 1 1,0-1 0,0 1 0,1-1 0,-1 0 0,1 1-1,-1-1 1,1 1-6,12 2 82,18 5-30,26 10 25,-32-8 68,-18-5-58,0 1-1,-1 0 1,1 0-1,-1 1 0,-1 0 1,1 0-1,-1 0 0,0 1 1,1 2-87,-5-8 17,0-1 0,0 0 0,-1 1 0,1-1 0,0 1 0,-1-1 0,1 1 0,0 0 0,-1-1 0,0 1 0,1-1 0,-1 1 0,0 0 0,0-1 0,0 1 0,0 0 0,0-1 0,-1 1 0,1 0 0,0-1 0,-1 1 0,1 0 0,-1-1 0,1 1 0,-1-1 0,0 1 0,0-1 0,0 1-17,-7 12 84,7-11-83,-1 1 1,0 0-1,0 0 0,0-1 0,0 1 1,-1-1-1,0 0 0,1 0 0,-1 0 1,0 0-1,-1 0 0,1 0 0,0-1 1,-1 0-1,1 1 0,-1-1 0,0-1 1,-2 2-2,-3-1-83,1-1 1,-1 1 0,1-2 0,-1 1 0,0-1-1,1 0 1,-1-1 0,1 0 0,-1-1 0,1 0-1,-3 0 83,11 1-12,-2 1-95,1 0 0,0 0 0,0-1 0,0 1-1,-1 0 1,1-1 0,0 1 0,0-1 0,0 1 0,0-1 0,0 0 0,0 0-1,0 1 1,0-1 0,0 0 0,1 0 0,-1 0 0,0 0 0,0 0-1,1 0 1,-1 0 0,1 0 0,-1 0 0,1 0 0,-1 0 0,1-1-1,-1 1 1,1 0 0,0-1 107,-2-15-1177</inkml:trace>
  <inkml:trace contextRef="#ctx0" brushRef="#br0" timeOffset="-85476.95">11226 13588 7410,'-1'-3'4819,"-2"3"592,-9 72-3552,0 92-879,11-103-932,2 0 0,3 1 0,3-2 0,2 1 0,5 10-48,-10-57-267,0 0 1,1-1-1,1 1 0,0-1 0,0 0 1,9 12 266,-13-23-181,-1 0 1,1 0 0,0 0-1,0-1 1,0 1-1,0 0 1,0-1-1,0 1 1,1-1 0,-1 0-1,0 0 1,1 0-1,-1 0 1,1 0 0,-1-1-1,1 1 1,0-1-1,-1 1 1,1-1 0,-1 0-1,1 0 1,0 0-1,-1 0 1,1-1-1,1 0 181,30-10-1405</inkml:trace>
  <inkml:trace contextRef="#ctx0" brushRef="#br0" timeOffset="-85191.51">11642 13962 5097,'7'7'2121,"-7"-7"-889,-20-4-672,2 2 64,-12 1 360,16 6 105,-5 2 191,-10-1 24,-15-1-136,-15 1-167,6 9-425,-4-6-176,10 5-408,6-6-312,12-8 208</inkml:trace>
  <inkml:trace contextRef="#ctx0" brushRef="#br0" timeOffset="-83993.4">13123 12790 10314,'6'4'-16,"3"-2"40,0-2 40,9 1 56,2-1 16,6 0-168,-8-5-224,3-2-496,-5-1-360,-12-1 680</inkml:trace>
  <inkml:trace contextRef="#ctx0" brushRef="#br0" timeOffset="-83728.21">13352 12792 10434,'13'-7'4609,"-4"5"-2288,0 2-1265,4 3-1040,-13-3-184,0 0-544,0 0-448,0 0-1649,22 13 1769</inkml:trace>
  <inkml:trace contextRef="#ctx0" brushRef="#br0" timeOffset="-83429.09">13581 12554 11650,'4'23'4874,"7"5"-1874,-2-10-3136,4-5-352,-4-2-384,0-4-664,10-3 991</inkml:trace>
  <inkml:trace contextRef="#ctx0" brushRef="#br0" timeOffset="-83162.26">14042 12680 13627,'40'40'4297,"0"-7"-3873,-9-20-1808,2-4-321,-20-10-663,13-3 1576</inkml:trace>
  <inkml:trace contextRef="#ctx0" brushRef="#br0" timeOffset="-83161.26">14520 12737 11586,'7'27'4593,"10"3"-3048,-1-5-1145,-8-15-808,-1 1-296,-1-11-945,6 0 1041</inkml:trace>
  <inkml:trace contextRef="#ctx0" brushRef="#br0" timeOffset="-82938.81">14777 12609 10810,'27'25'4569,"10"10"-1272,-10-20-4225,-3-6-481,-2-11-639,-7-7 1400</inkml:trace>
  <inkml:trace contextRef="#ctx0" brushRef="#br0" timeOffset="-82678.91">15310 12669 7834,'6'9'2976,"14"-1"-2144,-2 3-920,1-2-392,-5-4 104,-3 1-32,0-6-120,2 3-168,-2 5-8,4 1 160,-1-4 40,-3-5-137,4-3-279,-6-8 600</inkml:trace>
  <inkml:trace contextRef="#ctx0" brushRef="#br0" timeOffset="-82470.32">15605 12636 8618,'72'4'3961,"-48"29"-1713,-2-4-976,-8-3-863,1-4-113,-17-11-352,0-6-313,4-1-943,-2-6-744,0 0 1264</inkml:trace>
  <inkml:trace contextRef="#ctx0" brushRef="#br0" timeOffset="-82289.33">15967 12477 13203,'25'51'5025,"8"-16"-3673,9-2-1144,-31-30-744,-1-3-344,4-9-600,6-7-1289,23 1 1761</inkml:trace>
  <inkml:trace contextRef="#ctx0" brushRef="#br0" timeOffset="-82096.05">16438 12526 14947,'22'46'5081,"-9"-22"-4657,7 3-528,-9-5-336,-8-22-216,12 11-760,-9-14-425,6-19-1407,3-4 1991</inkml:trace>
  <inkml:trace contextRef="#ctx0" brushRef="#br0" timeOffset="-81822.53">16977 12422 11707,'14'40'5041,"10"-2"-2097,-2-8-2512,-5-12-336,-4 4-256,-4-18-192,2 1-656,9-1-416,11-6-1001,6 2-1184,3-16 2385</inkml:trace>
  <inkml:trace contextRef="#ctx0" brushRef="#br0" timeOffset="-81539.97">17626 12325 11122,'33'36'4457,"-2"3"-2400,4 3-1849,0-2-200,-12-9-112,3-1-144,-9-14-368,3-5-209,4-11-591,1-5-704,8-21 1392</inkml:trace>
  <inkml:trace contextRef="#ctx0" brushRef="#br0" timeOffset="-81538.97">18352 12506 12459,'35'57'4961,"-23"-15"-2473,18-13-2944,3-7-416,-19-20-520,8-6-201,6-10-1967,7-10 2263</inkml:trace>
  <inkml:trace contextRef="#ctx0" brushRef="#br0" timeOffset="-81368.08">18973 12664 14571,'24'47'4913,"3"-16"-4689,1-5-488,-4-9-488,-2-12-240,14-9-841,8-10 1089</inkml:trace>
  <inkml:trace contextRef="#ctx0" brushRef="#br0" timeOffset="-81201.31">19959 12790 11891,'39'22'4344,"-19"-5"-3479,-7-8-817,-17-9-592,8 0-185,-4-2-367,0 0-184,0 0-32,0 0 183,0 2 489,5 0 288,8 2 376,2 2 80,12 1-952,43 8 656</inkml:trace>
  <inkml:trace contextRef="#ctx0" brushRef="#br0" timeOffset="-80016.87">25019 13094 10898,'41'33'4593,"-27"-22"-2856,-14-11-1345,8-5-1000,-16-17-185,19 9-231,-3 2-336,4 6-1377,-1 3 1713</inkml:trace>
  <inkml:trace contextRef="#ctx0" brushRef="#br0" timeOffset="-79745.14">25298 12896 8978,'-26'11'5073,"32"13"-952,-8-2-4065,13-7-1872,-4-6-609,4-11 1705</inkml:trace>
  <inkml:trace contextRef="#ctx0" brushRef="#br0" timeOffset="-79553.06">25685 13012 14011,'40'46'4657,"-7"-10"-3753,-13-25-2240,6-12-288,-8-21-497,4-8 1401</inkml:trace>
  <inkml:trace contextRef="#ctx0" brushRef="#br0" timeOffset="-79301.64">26359 12863 11274,'21'33'5057,"1"11"-2536,1-9-1953,-4-9-1248,-8-10-248,-2-16-392,4-9-449,11-11 1049</inkml:trace>
  <inkml:trace contextRef="#ctx0" brushRef="#br0" timeOffset="-79040.38">27060 12959 12427,'3'29'4817,"10"-1"-3433,-2-14-1448,-5-12-904,3-2-160,2-13-449,4-3-903,14-12 1623</inkml:trace>
  <inkml:trace contextRef="#ctx0" brushRef="#br0" timeOffset="-79039.38">27421 12847 8162,'37'22'4505,"-26"9"-720,9 2-2689,-20-18-1416,3-2-232,12-10-617,16 1-591,6-8 1072</inkml:trace>
  <inkml:trace contextRef="#ctx0" brushRef="#br0" timeOffset="-78778.78">28077 12816 10682,'28'40'5177,"-4"8"-1864,1-1-2553,-5-15-1344,6 1-232,-9-15-384,6-9-313,18-11 905</inkml:trace>
  <inkml:trace contextRef="#ctx0" brushRef="#br0" timeOffset="-78522.61">28838 12924 13587,'11'26'4433,"0"-3"-4329,4 1-736,-8-9-200,0 1 119,-1-8-343,3-3-336,8-14-1689,3-6 1961</inkml:trace>
  <inkml:trace contextRef="#ctx0" brushRef="#br0" timeOffset="-78521.61">29168 12823 9378,'18'15'5169,"-7"27"-936,48 39-3953,-72-74-2000,13-7-305,8-28 1385</inkml:trace>
  <inkml:trace contextRef="#ctx0" brushRef="#br0" timeOffset="-78319.96">29997 12981 14235,'20'44'4169,"-4"-15"-4889,-3-11-192,2-7 151,7-7 97,14-4-664,1-7-1121,29-13 1569</inkml:trace>
  <inkml:trace contextRef="#ctx0" brushRef="#br0" timeOffset="-78143.28">30728 13025 12707,'17'40'4441,"-8"0"-3081,9-23-3224,-12-17-385,27-11-1224,-22-17 2401</inkml:trace>
  <inkml:trace contextRef="#ctx0" brushRef="#br0" timeOffset="-77959.68">31485 13270 13331,'28'83'4857,"-15"-32"-3857,-10-31-1152,-1-16-856,-4-15-208,4-26-497,5-7-1231,8-29 2023</inkml:trace>
  <inkml:trace contextRef="#ctx0" brushRef="#br0" timeOffset="-77733.66">32054 13223 11715,'16'64'4160,"8"-37"-3680,0-12-1064,-4-9-432,-7-12 176,7-5 160,-2-7-88,-5-2-113,4 12 137,-6 3 176,0 3-744,-4-24 968</inkml:trace>
  <inkml:trace contextRef="#ctx0" brushRef="#br2" timeOffset="-59974.47">1418 12823 1120,'-2'-5'40,"2"3"88</inkml:trace>
  <inkml:trace contextRef="#ctx0" brushRef="#br2" timeOffset="-50303.28">1231 12532 4737,'-40'-17'1907,"40"17"-1859,0 0 0,0 1 0,0-1 0,0 0 0,0 0 0,0 0 0,0 0 0,0 1 0,0-1 0,0 0 0,0 0 0,0 0 0,0 0 0,0 0 0,0 1 0,0-1 0,0 0 0,0 0 0,-1 0 0,1 0 0,0 0 0,0 1 0,0-1 0,0 0 0,0 0 0,0 0 0,0 0 0,-1 0-48,7 1 461,0 0 0,0-1 0,-1 0 0,1 0 0,0 0 0,0-1 0,-1 1-1,1-1 1,-1-1 0,1 1 0,-1-1 0,1 0 0,-1 0 0,5-3-461,-4 2-31,60-17-532,-18-4 507,-3-1 200,66-34 979,-95 52-985,11-4 71,1 0 1,0 2-1,0 1 1,1 2-1,26-4-209,100 5 270,-71 6-181,-57 0-34,0 0-1,0-2 0,0-1 1,0-2-1,11-2-54,69-23 191,59-39 828,-64 33-222,80-24 209,-165 53-960,0-1 1,0 0-1,0-2 1,-1 0-1,0-1 1,-1 0-1,0-1 1,6-6-47,20-20 123,2 1-1,1 3 1,34-18-123,-10 16 136,-38 12-80,45-17 24,-44 20-56,0 2-8,-11-2-8,-7 10-5,-1 0-1,2 1 1,-1 1-1,1 0 0,0 0 1,1 2-1,0 0 1,14-4-3,15-8 16,163-74 726,-201 90-707,26-9 77,-1-2 1,0-1-1,0-1 1,25-19-113,-13 5-26,-5 3 25,-1-1 0,28-27 1,33-36 160,-87 75-120,34-35 141,20 11-55,20-38-66,-4-8-91,31-51-2,-96 117 41,1 0-1,0 1 1,20-15-8,-12 10 8,34-35-7,-43 43-26,0 0-1,-1-1 1,-1 0 0,-1-1-1,0-1 1,-1 0-1,3-7 26,34-69-101,-21 32 117,-26 54-5,1 1-1,0-1 1,0 1-1,0-1 1,1 1-1,0 0 1,1 0 0,0 1-1,0-1 1,0 1-1,1 0 1,0 0-11,20-33 52,-13 14-33,31-60 6,-22 38-16,-17 36 2,1 0-1,0 0 1,1 0-1,0 1 1,0 0-1,1 0 1,1 0-11,3-5 38,51-78 337,-48 78-299,-8 8-49,-1 0 0,1 0 1,-1 0-1,0-1 1,0 0-1,-1 0 0,-1-1 1,1 0-28,57-149 81,-45 122-57,-10 21-21,0 0 0,2 0 0,-1 1 0,2 1-1,0-1 1,1 1-3,99-88 14,-24 26-70,-37 39 40,-35 35-16,-13-14-782,-1 15 821,0 0 1,0-1-1,0 1 0,0-1 0,0 1 0,0-1 1,0 1-1,0-1 0,0 1 0,0-1 0,1 1 1,-1-1-1,0 1 0,0 0 0,0-1 0,0 1 1,1-1-1,-1 1 0,0 0 0,1-1 0,-1 1 1,0 0-1,1-1 0,-1 1 0,0 0 0,1-1 1,-1 1-1,0 0 0,1 0 0,-1-1 0,1 1 1,-1 0-1,1 0 0,-1 0 0,0 0 0,1 0 1,-1 0-1,1-1 0,0 1-7,8-3-23,-5-10-723,9 4-1537,-8-4 1700</inkml:trace>
  <inkml:trace contextRef="#ctx0" brushRef="#br2" timeOffset="-47405.32">1592 13441 5721,'50'-26'7036,"17"16"-5063,-42 11-1923,59 14-78,321 86 281,-95-30 248,-108-14-434,-73-19-254,104 58 152,-97-19 326,-85-46-68,-1 2 1,35 31-224,111 84 288,-52-20-268,-116-101-32,179 167-168,-200-188 177,138 115 54,55 30-51,-197-150 1,133 92 397,52 51-398,149 118 120,-222-170-307,107 27 239,39 27 96,-69-41-662,-117-70 425,96 56 100,-98-55 82,-1 4-1,-2 3-92,38 36 52,-95-71-87,1 0-1,-1-1 1,2 0-1,-1-2 1,1 1-1,13 2 36,60 25-174,-34 10 18,9 2 167,-42-32 20,-21-13-35,0 0 1,0 0-1,0 0 0,0 1 1,0-1-1,-1 0 1,1 0-1,0 0 0,0 0 1,0 0-1,0 0 1,0 0-1,0 0 0,0 1 1,0-1-1,0 0 1,0 0-1,0 0 0,0 0 1,0 0-1,0 0 1,0 0-1,0 1 0,0-1 1,0 0-1,0 0 1,0 0-1,0 0 0,0 0 1,0 0-1,0 0 1,0 0-1,0 1 4,-5-7-1972,3 4 1601</inkml:trace>
  <inkml:trace contextRef="#ctx0" brushRef="#br2" timeOffset="-43564.8">1803 12312 1760,'-11'2'530,"5"-1"-178,0 0-1,0 0 1,0 1 0,0 0 0,0 0 0,1 0-1,-1 1 1,1 0 0,-1 0-352,-19 15 2252,0-5 50,22-12-2059,0-6 2104,3 5-1493,0 0 79,-5 0 3138,4 9-4217,1-1 405,-2 6-240,0 1 1,-1-1-1,0 1 1,-1-1 0,-1 0-1,-3 5-19,5-9 8,-47 88 33,34-70-38,-108 229-100,15-21-305,88-183-406,3 0-1,2 1 1,2 1-1,-5 52 809,17-72-1404,3-35 1268,0-1 0,0 1 0,0 0 0,0-1 1,0 1-1,-1 0 0,1-1 0,0 1 0,0-1 0,0 0 0,0 1 0,-1-1 1,1 0-1,0 1 0,0-1 0,-1 0 0,1 0 0,-1 0 0,1 1 0,-1-1 1,1 0-1,-1 0 0,1 0 0,-1 0 0,0 0 0,1 0 136,16-33-1463,9-10 714</inkml:trace>
  <inkml:trace contextRef="#ctx0" brushRef="#br2" timeOffset="-43152.15">2439 12325 5225,'29'2'4872,"-23"12"-303,-4 25-4110,-2-24-386,0 0 1,-1 0 0,-1 0-1,0-1 1,-2 1 0,1-1-1,-1 0 1,-5 10-74,-38 74 200,-4-2 0,-58 81-200,-257 372-208,351-526 14,0 1 0,2 1 1,1 0-1,1 1 0,1 0 0,2 1 0,0 0 1,2 0-1,0 2 194,6-28-29,0-1 0,-1 1 0,1-1 0,0 1 0,-1-1 0,1 1 0,0-1 0,0 1 0,0-1 0,0 1 0,-1-1 0,1 1 0,0-1 0,0 1 0,0 0 0,0-1 0,0 1 1,0-1-1,0 1 0,1-1 0,-1 1 0,0-1 0,0 1 0,0 0 0,0-1 0,1 1 0,-1-1 0,0 1 0,1-1 0,-1 0 0,0 1 0,1-1 0,-1 1 0,0-1 0,1 0 0,-1 1 0,1-1 0,-1 0 1,1 1-1,-1-1 0,1 0 0,-1 1 0,1-1 0,-1 0 0,1 0 0,-1 0 0,1 0 0,-1 0 0,1 0 0,0 0 0,-1 0 0,1 0 0,-1 0 0,1 0 0,-1 0 0,1 0 0,-1 0 0,1 0 0,-1 0 0,1 0 1,0-1-1,-1 1 0,1 0 0,-1-1 0,0 1 0,1 0 0,-1-1 0,1 1 0,-1 0 29,34-15-1644,17-16 654</inkml:trace>
  <inkml:trace contextRef="#ctx0" brushRef="#br2" timeOffset="-42702.86">3339 12207 2769,'15'0'934,"-12"-1"-601,0 1 0,1-1 0,-1 1 0,0 0-1,0 0 1,1 0 0,-1 1 0,0-1 0,1 1 0,-1 0 0,0 0-1,0 0 1,0 0 0,0 0 0,0 1 0,0-1 0,0 1-1,0 0 1,-1 0 0,1 0 0,1 2-333,0 2 296,1 1-1,-1-1 1,-1 1 0,0 0 0,0 0-1,0 1 1,-1-1 0,0 1 0,0-1-1,-1 1 1,0 0 0,0-1-1,-1 1 1,0 0 0,0 0 0,-1 4-296,-9 35 468,7-27-357,-1 5-8,-1 0-1,-1-1 1,-1 0-1,-4 8-102,-32 63 104,-9 16-50,-25 2-40,-95 117-42,9-11-203,-80 133-1408,189-271 154,34-47-638,23-30 848,62-33-1350,-32 10 1796,-1-1 0,-2-2 0,16-14 829,36-41-564</inkml:trace>
  <inkml:trace contextRef="#ctx0" brushRef="#br2" timeOffset="-42239.73">4199 11646 2905,'11'2'588,"11"1"776,0 1 1,0 1 0,-1 1-1,15 6-1364,-23-7 436,-8-4-217,0 1 1,0 0 0,0 0 0,0 0 0,-1 0-1,1 1 1,-1 0 0,1 0 0,-1 0 0,0 0-1,0 1 1,0-1 0,0 3-220,-3-4 45,0 1 0,0 0 1,-1-1-1,1 1 0,-1 0 0,0-1 0,0 1 0,0 0 1,0 0-1,0-1 0,0 1 0,-1 0 0,0 0 1,1-1-1,-1 1 0,0-1 0,0 1 0,0 0 1,-1-1-1,1 1-45,-2 3 55,-67 125 371,45-91-373,-160 245 211,15-47-126,-28 33-88,-96 93-341,218-257-435,-26 54 726,-34 50-860,27-69-527,58-87-3026,58-62 3517</inkml:trace>
  <inkml:trace contextRef="#ctx0" brushRef="#br2" timeOffset="-41743.03">5238 10865 5657,'106'37'7018,"-105"-37"-6990,-1 0 1,1 0 0,-1 0-1,1 0 1,-1 0 0,1 0-1,-1 1 1,1-1 0,-1 0 0,1 0-1,-1 0 1,0 1 0,1-1-1,-1 0 1,1 0 0,-1 1-1,0-1 1,1 0 0,-1 1-1,0-1 1,1 1 0,-1-1-1,0 0 1,0 1 0,1-1-1,-1 1 1,0-1 0,0 1-1,0-1 1,0 1 0,1-1-1,-1 1 1,0-1 0,0 1 0,0-1-1,0 1 1,0-1 0,0 1-1,0-1 1,0 1 0,-1-1-1,1 1 1,0-1 0,0 0-1,0 1-28,-16 19 354,12-16-306,-9 9-45,-43 46-346,-39 53 343,-153 257-511,166-247 415,-9 21 8,-236 359-177,178-260 63,10 6 1,-59 159 201,8 44-84,142-337 89,21-59-118,-3-1 0,-2-1-1,-7 6 114,34-56-1328,11-19-507,19-19 707</inkml:trace>
  <inkml:trace contextRef="#ctx0" brushRef="#br2" timeOffset="-40588.13">6116 9789 5465,'0'0'1520,"0"0"-1230,0 0-604,0 0-50,0 0 160,0 0 228,-8 3 2172,-22 52-1086,-50 85-515,50-65-406,2 2 0,4 1 0,3 5-189,-8 25 135,-57 134 218,33-106-133,-8 21-4,-2 15-9,-185 392 418,-193 379 301,381-809-836,-248 574 505,137-323-375,134-315-259,15-29-230,1 2 1,1 0-1,3 1 1,-2 12 268,14-40-864,5-16 797,-1 0 0,1 0 1,-1 0-1,1 0 1,0 0-1,-1 0 1,1-1-1,-1 1 0,1 0 1,0 0-1,-1 0 1,1 0-1,0-1 0,-1 1 1,1 0-1,0 0 1,0-1-1,-1 1 1,1 0-1,0 0 0,0-1 1,-1 1-1,1 0 1,0-1-1,0 1 0,0 0 1,-1-1-1,1 1 1,0-1-1,0 1 0,0 0 1,0-1-1,0 1 1,0 0-1,0-1 1,0 1-1,0-1 0,0 1 1,0 0-1,0-1 1,0 1-1,0-1 0,0 1 67,-1-29-885</inkml:trace>
  <inkml:trace contextRef="#ctx0" brushRef="#br2" timeOffset="-40004.22">6375 10865 8170,'6'15'884,"-1"-2"-159,0 0 0,0 1-1,-1 0 1,-1 0 0,0 0 0,0 8-725,-3 16 12,-1-1 0,-2 0-1,-1 0 1,-3-1 0,0 0 0,-3 0 0,0 0 0,-3-1 0,-16 32-12,-92 175 80,-278 511 544,79-116 12,211-441-464,-94 164-4,43-51-272,98-171-368,5 3 472,-81 194-1138,86-231-29,41-80-1848,14-33 1939</inkml:trace>
  <inkml:trace contextRef="#ctx0" brushRef="#br2" timeOffset="-39359.27">7163 11182 3817,'86'-57'5401,"-82"52"-5351,1 1 0,-1 0 0,-1-1 0,1 0 0,-1 0 0,0 0 0,0-1 0,0 1 0,0-1 0,-1 1 0,0-1 0,-1 0 0,1 0 0,-1 0 0,0 0 0,0 0 0,-1 0-50,8-31 65,-4 30 571,-10 18 1799,-13 47-2120,-71 181 202,42-138-181,-29 43-336,-38 50 116,53-90-97,-93 160-3,-227 376 9,84-143 7,161-264-1,-143 322 223,239-467-184,-48 102 108,29-62 115,-6-3 0,-42 56-293,46-89 103,-6 8-474,33-55-1558,27-45 156,18-27-69,16-32 813</inkml:trace>
  <inkml:trace contextRef="#ctx0" brushRef="#br2" timeOffset="-38938.08">7748 11505 7666,'5'7'377,"-1"1"-1,0-1 1,0 1 0,0 0 0,-1 0 0,-1 1 0,1-1 0,-1 1 0,-1-1 0,1 1 0,-1-1-1,-1 1 1,0 4-377,-2 6 62,0-1-1,-2 0 1,0 0-1,-1 0 1,-1 0-1,-3 5-61,4-9 34,-39 95 206,-23 26 24,-19 25-22,-20 32-82,-14 27-63,-25 25-41,-181 278 76,157-272-21,21-11 51,12-15 38,12-19 27,13-18-4,7-22-43,15-19-43,-90 208-141,165-326-452,-1 0 0,-1-1 0,-1-1 0,-1 0 0,-2-2 0,-15 16 456,28-34-1706,15-16 731</inkml:trace>
  <inkml:trace contextRef="#ctx0" brushRef="#br2" timeOffset="-38548.02">7308 12821 4961,'17'-25'2802,"2"12"257,9 14-2809,-23 1-206,0 1 1,0 0 0,0 1-1,0-1 1,-1 1-1,1 0 1,-1 0 0,0 0-1,0 0 1,-1 1-1,1 0 1,-1 0 0,0 0-1,0 0 1,-1 0-1,0 1 1,0-1 0,0 1-1,0-1 1,0 5-45,15 93 1081,-16-90-983,2 64 377,-14 20-123,-14 22-83,-29 27-96,-27 25-59,-34 23-64,-217 275-15,53-79-183,147-187-57,22-19-89,19-25-51,19-35-51,-30 47-1011,68-113 295,17-13 490</inkml:trace>
  <inkml:trace contextRef="#ctx0" brushRef="#br2" timeOffset="-38137.7">8274 13903 9562,'-31'114'2906,"-22"22"-2059,-25 12-836,-5-13-300,-48 56 289,-422 531 46,489-637-34,-185 268 64,180-236-47,-29 48-82,39-85-875,41-66-2586,39-30 2387</inkml:trace>
  <inkml:trace contextRef="#ctx0" brushRef="#br2" timeOffset="-37780.79">8745 14803 6169,'-3'37'1309,"-2"1"0,-1-1-1,-10 30-1308,4-30 278,-2 1 0,-1-2 0,-2 0 0,-2-1-1,-1-1 1,-2-1 0,-7 8-278,-37 43 353,-9 13-129,-17 14-73,-108 154 6,101-139-121,12-16-20,-39 30-334,119-132 79,0-1 0,-1 0 0,0 0 0,-1-1 0,1 0 0,-1 0 1,0-1-1,-10 4 239,-10-4-682</inkml:trace>
  <inkml:trace contextRef="#ctx0" brushRef="#br2" timeOffset="-37406.7">7924 13399 8426,'-27'139'4528,"13"-81"-4356,-3-1 1,-15 32-173,-24 41 211,-15 12 25,-25 16-16,-19 12-83,-15-9-320,-7-6 1,-90 74 182,52-60-388,18-17-186,24-20-165,80-79-238,2 2 0,3 2-1,2 2 1,3 3 0,-7 17 977,2 24-3167,45-78 2328</inkml:trace>
  <inkml:trace contextRef="#ctx0" brushRef="#br2" timeOffset="-36956.94">8039 11243 5865,'24'-57'3684,"-18"38"-3534,-6 19-150,0 0-1,0 0 0,0 0 0,0 1 0,0-1 0,0 0 0,0 0 0,0 0 1,0 1-1,0-1 0,0 0 0,0 0 0,0 1 0,0-1 0,0 0 1,0 0-1,0 1 0,0-1 0,0 0 0,0 0 0,0 0 0,0 1 1,0-1-1,0 0 0,-1 0 0,1 0 0,0 1 0,0-1 0,0 0 0,0 0 1,0 0-1,-1 0 0,1 1 0,0-1 0,0 0 0,0 0 0,-1 0 1,1 0-1,0 0 0,0 0 0,0 0 0,-1 0 0,1 1 0,0-1 1,0 0-1,-1 0 0,1 0 0,0 0 0,0 0 0,0 0 0,-1 0 0,1 0 1,0 0-1,0-1 0,-1 1 0,1 0 0,0 0 0,0 0 0,0 0 1,-1 0-1,1 0 0,0 0 0,0 0 0,0-1 0,-1 1 0,1 0 1,0 0-1,0 0 0,0 0 0,0-1 1,-1 2 6,-50 129 1265,-145 336 908,-52 42-1171,38-127-863,85-172-205,-62 67-889,-96 97 949,128-176-452,22-21 26,15-21-4,-53 106-524,32-30-1056,122-199 978,14-17 467</inkml:trace>
  <inkml:trace contextRef="#ctx0" brushRef="#br2" timeOffset="-36594.33">7990 10462 9450,'27'30'3451,"-25"-27"-3384,0 0 0,-1 1 0,1 0 0,-1-1 1,1 1-1,-1 0 0,-1-1 0,1 1 0,0 0 0,-1 0 0,0 0 0,0 0 0,0 0 0,-1 3-67,-2 10 10,0-1-1,-2 1 0,0-1 1,0 0-1,-2-1 0,0 1 1,-2 0-10,-45 89 0,-20 27-8,-25 28-7,-20 20-5,-311 442-123,3 10-51,206-280-193,134-216-279,0-25-282,5-22 409</inkml:trace>
  <inkml:trace contextRef="#ctx0" brushRef="#br2" timeOffset="-36223.37">7418 9498 8210,'3'-1'733,"-3"1"-688,0 0 0,0 0-1,0 0 1,-1 0 0,1 1 0,0-1 0,0 0 0,0 0 0,0 0 0,0 0 0,0 1 0,0-1 0,0 0 0,0 0 0,0 0 0,0 0 0,0 1 0,0-1 0,0 0 0,0 0 0,0 0 0,0 1 0,0-1 0,0 0 0,0 0 0,0 0 0,0 0 0,0 1 0,1-1 0,-1 0 0,0 0 0,0 0 0,0 0 0,0 0 0,0 1 0,0-1-1,0 0 1,1 0 0,-1 0 0,0 0 0,0 0 0,0 0 0,0 0 0,1 0 0,-1 0 0,0 1 0,0-1 0,0 0 0,0 0 0,1 0 0,-1 0 0,0 0 0,0 0 0,0 0 0,1 0 0,-1 0 0,0 0 0,0 0 0,0 0-45,-26 76-43,-2 4-49,-39 79 139,-7-2-47,34-72 12,-51 102 5,-285 481 62,79-194 133,145-237-83,-150 194 48,186-270-166,8-10-139,19-27-331,17-12-386,-33 45-2078,74-110 2070</inkml:trace>
  <inkml:trace contextRef="#ctx0" brushRef="#br2" timeOffset="-35803.31">6870 9159 4177,'-3'-2'63,"1"1"1,-1 0-1,0 0 0,0 0 1,0 0-1,1 1 1,-1-1-1,0 1 0,0 0 1,0 0-1,0 0 1,0 0-1,0 0 0,0 0 1,0 1-1,1 0 1,-1-1-1,0 1 0,0 0 1,1 1-1,-1-1 0,0 0 1,1 1-1,-1-1 1,1 1-1,0 0 0,-1 0 1,1 0-1,0 0 1,0 0-1,0 0 0,-1 2-63,-7 7 97,-1-1 0,1 2-1,1 0 1,0 0 0,0 0-1,-6 14-96,-25 52 407,1 26 152,-176 538 2995,141-426-2718,-90 182-56,-18-8-1,-69 88-779,118-236-212,-1-24-292,8-24-255,20-34-292,20-31-212,-54 95-3214,115-195 3088,25-29 1358,0-1 1,1 1-1,-1-1 1,0 1-1,0-1 1,0 1 0,0-1-1,1 1 1,-1-1-1,0 1 1,0-1-1,0 1 1,0-1-1,0 1 1,0-1-1,0 1 1,-1-1-1,1 1 1,0-1-1,0 1 1,0-1-1,0 1 1,-1-1-1,1 1 1,0-1 0,0 1-1,-1-1 1,1 1-1,0-1 1,-1 1-1,1 0 1,-1-1-1,1 1 1,0 0-1,-1-1 1,1 1-1,-1 0 1,1 0-1,-1-1 1,1 1-1,-1 0 1,1 0-1,-1 0 1,1 0 0,-1 0-1,1-1 1,-1 1-1,1 0 1,-1 0-1,1 0 1,-1 1-1,0-1 1,1 0-1,-1 0 1,1 0-1,-1 0 1,1 0-1,-1 1 1,1-1-1,-1 0 1,1 0-1,0 1 1,-1-1 0,1 0-1,-1 1 1,1-1-1,-1 1 31,2-55-676,2-23 341</inkml:trace>
  <inkml:trace contextRef="#ctx0" brushRef="#br2" timeOffset="-35485.96">5878 9423 8402,'0'105'3362,"-3"-81"-3272,-1 1 1,-1-1-1,-2 1 1,0-2-1,-4 7-90,-45 93 5,-14 21-73,-21 24-81,-17 17-55,-234 341-396,-12 21 336,245-369 247,-163 284 44,170-265 45,-53 152-72,96-202-32,-76 150-2280,106-238 1496</inkml:trace>
  <inkml:trace contextRef="#ctx0" brushRef="#br2" timeOffset="-35217.46">4597 11228 7546,'-11'-7'2920,"-8"18"-2080,-6 7-600,-27 28-480,-12 13-112,-20 32-152,-12 12-104,-10 38-224,-6 21-152,-14 19-489,-6 8-207,0-8 160,18-1 239,22-15 689,19-11 360,14-22 232</inkml:trace>
  <inkml:trace contextRef="#ctx0" brushRef="#br2" timeOffset="-34930.39">3366 12073 7298,'-58'107'3048,"-8"16"-1575,-37 18-1674,-12 14-383,-28 7-288,-6-8 8,21-9 120,16-12 72,24-6-168,18-2-353,13-17 809</inkml:trace>
  <inkml:trace contextRef="#ctx0" brushRef="#br2" timeOffset="-34660.98">2199 12259 6977,'-28'73'2473,"-7"17"-2153,-5 10-440,-11 25-136,-6-9 88,-18 8 160,1-5 8,5-29-256,6-2-280,8-29-1217,2-13 1113</inkml:trace>
  <inkml:trace contextRef="#ctx0" brushRef="#br2" timeOffset="-33266.5">8604 14574 4937,'-15'7'6339,"9"-5"-6354,-40 11 935,-7 4-468,46-15-384,1 1-1,0-1 1,0 1 0,1 1-1,-1-1 1,0 1-1,1 0 1,0 0-1,0 1 1,0-1-1,1 1 1,0 0 0,-1 1-1,2-1 1,-1 1-1,1-1 1,0 1-1,-1 2-67,-1 1 70,-20 37 189,2 2 0,3 0 0,-4 17-259,-13 32 209,-172 371 282,199-447-482,-71 149 87,-95 141-96,109-213-112,-27 26 112,24-32-256,50-66 20,-83 102-1204,20-57-3550,53-53 3693</inkml:trace>
  <inkml:trace contextRef="#ctx0" brushRef="#br2" timeOffset="-11317">12922 12363 1696,'-2'6'1001,"0"-3"-113,2 3-168,0-6-344,0 0-136,0 5-312,0-5-216,0 0-584,0 0 560</inkml:trace>
  <inkml:trace contextRef="#ctx0" brushRef="#br2" timeOffset="-9252.3">12980 12433 4073,'0'0'1826,"0"0"-435,0 0-209,0 0-64,0 0-40,0 0-72,0 0-56,0 0-56,1 3 5433,0-3-6380,35 19 504,-20-12-406,1 0 0,-1 0 1,1-2-1,0 0 0,1-1 0,-1-1 1,3 0-46,4 1 28,49 11 27,-30-1 18,-32-11-63,0 0-1,-1 1 0,1 0 0,-1 1 0,0 0 0,0 1 0,8 5-9,19 4 15,-30-13-16,0 0 1,0 0-1,0 0 0,0-1 1,0 0-1,0 0 0,0-1 1,1 0-1,-1 0 0,7-2 1,70 6 2,3-9 12,-57-2-30,-1-3-17,15-9-4,-7-4 30,-12 4 4,47-13 11,33 16 32,20 7-24,-68-1-16,-40 9 0,-10 1 0,0 1 0,-1-2 0,1 1 0,0-1 0,-1 0 0,1 0 0,-1-1 0,0 0 0,1 0 0,-1-1 0,1 0 0,45-11 0,-18 11 0,46-11 0,10-15 7,26 5 18,-35 20-10,45 0-14,-1-4 15,-35 11 23,-78-2-42,1 0-1,-1-1 1,1 0 0,0-1-1,-1-1 1,1 0 0,10-3 3,59-7 8,114 18 48,-86-14-81,24-22 2,-121 27 26,0 1 0,1 1 0,-1 0 0,0 0-1,11 2-2,22 0 10,-27-2-8,-8 1-5,0-1 0,0 0 0,0 0 0,0-1-1,0-1 1,10-3 3,-8 1 3,1 0-1,-1 1 1,0 1-1,1 0 1,0 1-1,0 0 0,5 1-2,48 3 36,28-4-48,38-47-12,-54 28 26,-50 14 0,0 0-1,0-2 1,-1-2-1,21-10-1,-37 14 1,3-1 0,0 0 0,1 1 1,-1 1-1,1 0 0,9-2-1,164-28 35,-156 28-29</inkml:trace>
  <inkml:trace contextRef="#ctx0" brushRef="#br2" timeOffset="-8603.31">19103 11102 21237,'3'-1'-1,"-2"1"0,-1-1 1,1 1-1,0 0 1,0 0-1,-1 0 1,1-1-1,0 1 1,0 0 0,-1-1-1,1 1 1,-1-1-1,1 1 1,0-1-1,-1 1 1,1-1-1,-1 1 1,1-1 0,-1 1-1,1-1 1,-1 0-1,1 1 1,-1-1-1,0 0 1,0 0 0,1 1-1,-1-1 1,0 0-1,0 0 1,0 1-1,1-1 1,-1-1 0,7-8-5,-2 8 1,8-5-22,18 7-76,-30-2 110,-2 1-3783,194-48 292,768-221-3078</inkml:trace>
  <inkml:trace contextRef="#ctx0" brushRef="#br2" timeOffset="-7442.04">20530 10579 5689,'0'0'1974,"0"0"-1055,0 0-611,0 0-211,0 0-23,-8-3 615,2 1-338,-78 0 708,73 3-796,-1 1 1,1 0 0,0 1 0,0 0-1,0 1 1,0 0 0,0 1-1,1 0 1,-10 7-264,-30 13 610,-57 15 88,15 6-332,5-5-172,-20-3-64,-49 34 148,51-16 4,73-40-168,-1-1-1,0-2 1,-35 9-114,23-7 74,-21 5 29,39-13-45,1 1-1,0 1 1,0 2 0,-13 8-58,-61 39 150,4-2-67,-107 16 25,-28 31 268,92-43 50,49-29-186,-117 17 100,83-27-171,-1-1-73,20 2-45,79-17-36,-62 17 40,46 1-16,-47 12 33,15 3-17,66-35-51,-4 2-1,0 0 1,0-1-1,0-1 1,-1 0-1,1-1 1,-1 0-1,0-1 1,0-1-4,-77 9 8,4 5-4,-29 9 32,-73 39 46,146-42-60,18 5-8,4-8-10,13-10-1,5-5-4,0 1 0,0-1 0,-1 0 0,1 0 0,-1 0 0,1 0 0,-1-1 0,0 1 0,1-1 0,-1 1 0,0-1 0,0 0 0,0 0 0,0 0 0,0-1 0,-1 1 0,0-1 1,-83 0-194,16-23-2293,46 14-612</inkml:trace>
  <inkml:trace contextRef="#ctx0" brushRef="#br2" timeOffset="-3958.82">13204 13292 2849,'5'1'5319,"3"-1"-3374,5 1-1785,-3-10 2787,62 11-2133,-8-10-426,-5 3-79,-13 16 116,-26-3-323,-11-5-89,0-1 1,-1 1-1,1-1 1,0-1-1,0 0 0,0 0 1,0-1-1,0 0 1,0 0-1,0-1 0,0-1 1,0 1-1,0-1 1,0-1-1,-1 0 1,1 0-1,-1 0 0,3-3-13,53-23 26,-26 27-4,-14-1-10,0 0-1,1 2 0,-1 0 0,0 2 0,6 1-11,-16 0 4,0-1 0,-1-1 0,1-1 0,0 0 0,0 0-1,-1-1 1,1-1 0,-1 0 0,12-5-4,-13 4 10,0 0 0,0 1 0,1 1 0,-1 0 0,1 0-1,-1 1 1,4 1-10,46-7 40,-43 3-9,1 1 0,0 1-1,0 1 1,19 2-31,68-3 228,36-5-131,-76-9-9,-27 3-17,-31 11-59,1-1 0,-1 1-1,1 1 1,0 0 0,0 0-1,0 1 1,-1 0 0,1 1-1,0 0 1,6 1-12,40 3 45,68-6 35,-105-3-64,26 12 25,9 6 70,20-9 142,25 12-37,-21-9-111,-72-9-100,1 1 0,0 0 0,0 0 0,-1 0 0,1 1 0,0 0 0,-1 0 0,1 1 0,-1 0 0,1 0 0,-1 1-1,0-1 1,4 3-5,47 17 35,-13-22 4,25 6 41,-44 3-55,39 5 36,34-10 21,-12 20-31,-47-11-45,7-11 1,40-16-6,8 15 14,-8 4 19,-68-3 3,0-1 0,-1 2 0,1 1 0,-1 0 0,0 1 0,16 7-37,71 36 119,-40-30-71,60 18 17,0-23-8,-21 7-23,45 16 78,-138-33-88,1 1 1,-1 1 0,0-1-1,0 2 1,-1-1 0,6 5-25,34 19 102,80 12 18,-53-22-91,-48-13 51,0 1 0,-1 1-1,22 11-79,104 39 304,-44-26-59,13-4-52,-49-10-112,-43-13-49,29 17 26,44 9 12,14 24-23,12 10-14,-111-56-29,-1 0 0,2-2 0,-1 0 0,17 4-4,52 21 10,20 32 20,-34-30 10,15 27 32,-34-16-56,3-2 0,50 28-16,79 51 16,-88-82 15,12 15 4,-44-25-6,6 17-28,-39-28-1,19 20-6,-18-26 2,35 21-10,0-5 14,17 8 16,-73-30-8,-1 2 0,0-1 0,0 2 0,-1-1 0,0 1 0,3 4-8,54 53 40,22-4-8,59 27-8,-62-34-1,-7-4-23,14-16 35,-61-30-27,-32-6 0,4 3 6,13 6-44,-17-8 14,-1-1-34,0 0-82,0 0-225,0 0-345,0 0-1051,0 0-2024</inkml:trace>
  <inkml:trace contextRef="#ctx0" brushRef="#br2" timeOffset="-2779.16">13389 12632 2905,'16'-8'5050,"-13"5"-2314,-5 2 1716,1 1-3498,1 0-182,-2 3 147,-17 53-555,13-41-341,1 1-3,-1 0 1,0-1-1,-1 0 1,-1 0-1,-9 12-20,-52 66 12,-19 2-76,4-4-200,17-9-380,32-19-830,34-27-2013,4-40 450,4-11 1264</inkml:trace>
  <inkml:trace contextRef="#ctx0" brushRef="#br2" timeOffset="-2387.55">13798 12517 6225,'1'0'359,"1"0"-1,-1 1 0,1-1 0,-1 0 1,1 1-1,-1-1 0,1 1 0,-1 0 1,1-1-1,-1 1 0,0 0 0,1 0 1,-1 0-1,0 0 0,0 0 0,0 0 1,0 0-1,0 0 0,1 2-358,-2-3 751,0 1-250,-9 46-14,2-26-464,0-1-1,-1 0 1,-1-1 0,-1 0 0,0 0-1,-10 11-22,-43 52 15,-3-4 0,-3-3-1,-22 15-14,-19 27-319,82-84-587,31-28-104,2-19-477,12-8-405,41-63-2380,44-6 1464,-82 75 2494,60-48-245</inkml:trace>
  <inkml:trace contextRef="#ctx0" brushRef="#br2" timeOffset="-1720.06">14115 12361 2112,'176'-46'6039,"-174"45"-5908,0 1 1,0-1-1,0 0 1,0 1-1,0 0 0,1-1 1,-1 1-1,0 0 1,0 0-1,0 0 0,0 1 1,0-1-1,0 0 1,0 1-1,0-1 0,0 1 1,0 0-1,0 0 1,0 0-1,0 0 0,0 0-131,-7 16 742,-29 53-521,30-62-216,-1-1-1,0 1 1,-1-1-1,1 0 1,-1 0-1,-1-1 1,1 0-1,-1 0 1,-1 0-5,-13 13 9,-39 42 15,-92 94 25,18 6 20,-27 54-53,127-170-384,32-35-906,12-17-87,20-24-1065,1 1 1,34-24 2425,-49 40-293,195-138-755,-86 52 888,-90 74 139,89-64 254,81-80-233,-32 16 1168,-77 89 58,-21 22 1053,-56 40-876,-18 3-1383,-1-1 1,0 1-1,0 0 1,1 0 0,-1 0-1,0 0 1,1 0 0,-1 0-1,0 0 1,0 0-1,1 0 1,-1 0 0,0 0-1,0 0 1,1 0-1,-1 0 1,0 1 0,0-1-1,1 0 1,-1 0 0,0 0-1,0 0 1,0 0-1,1 0 1,-1 1 0,0-1-1,0 0 1,0 0-1,1 0 1,-1 1 0,0-1-1,0 0 1,0 0 0,0 0-1,0 1 1,1-1-1,-1 0 1,0 0 0,0 1-1,0-1 1,0 0-1,0 0 1,0 1 0,0-1-1,0 0 1,0 1 0,0-1-1,0 0 1,0 0-1,0 1 1,0-1 0,0 0-1,0 0 1,-1 1-1,1-1 1,0 0 0,0 0-1,0 0 1,0 1 0,0-1-1,0 0 1,-1 0-1,1 0 1,0 1 0,0-1-1,-1 0-20,-40 42 559,-7-4-480,-96 94-13,44-46-54,1 11-6,-104 90-44,129-104 6,3-11 2,-19 43-22,73-95 6,7-10-68,1 1 0,0 0 0,1 0 0,0 0 0,1 1 0,0 0 0,1 1 0,-1 2 114,7-14-30,-1-1 0,1 1-1,0-1 1,0 0 0,0 1-1,0-1 1,-1 0 0,1 1 0,0-1-1,0 1 1,0-1 0,0 0 0,0 1-1,0-1 1,0 1 0,0-1-1,0 0 1,0 1 0,1-1 0,-1 1-1,0-1 1,0 0 0,0 1 0,0-1-1,0 0 1,1 1 0,-1-1-1,0 0 1,0 1 0,1-1 0,-1 0-1,0 1 1,1-1 0,-1 0 0,0 0-1,0 1 1,1-1 0,-1 0-1,1 0 1,-1 0 0,0 0 0,1 1-1,-1-1 1,0 0 0,1 0 0,-1 0-1,1 0 1,-1 0 0,0 0-1,1 0 1,-1 0 0,1 0 0,-1 0-1,0 0 1,1 0 0,-1 0 0,1-1-1,-1 1 1,0 0 0,1 0 30,59-41-2974,-8 6 1517,9-12 615</inkml:trace>
  <inkml:trace contextRef="#ctx0" brushRef="#br2" timeOffset="-1365.14">15407 12231 2192,'2'0'46,"6"-3"387,1 1-1,-1-1 0,0 0 0,0-1 0,0 0 0,-1 0 1,1-1-1,-1 0 0,4-4-432,-13 13 3083,-20 26-2815,-15 12 66,-2-1-1,-30 22-333,-22 18 358,-599 526 490,606-535-822,37-35-12,2 3 0,2 2 0,-11 15-14,1 25-100,53-81 86,-1 0 0,0 0 1,1-1-1,-1 1 0,1 0 1,-1 0-1,1 0 0,0 0 0,-1 0 1,1 0-1,0 0 0,0 0 1,0 0-1,0 0 0,-1 0 1,1 0-1,1 0 0,-1 0 0,0 0 1,0 0-1,0 0 0,0 0 1,1 0-1,-1 0 0,1 0 1,-1 0-1,0 0 0,1 0 0,0 0 1,-1 0-1,1-1 0,-1 1 1,1 0 13,20-15-447,75-72-1053,-20 20 398,14-13-308,27-9-13,16-8 678</inkml:trace>
  <inkml:trace contextRef="#ctx0" brushRef="#br2" timeOffset="-1018.48">16036 12121 2585,'185'-73'3626,"-147"64"-2227,-48 32-300,-21 24-918,-28 10 64,-2-3 0,-3-2 0,-11 3-245,-255 208 450,-131 146-719,371-319-1085,87-87 1229,2-2 53,0-1-1,0 1 1,0-1-1,0 1 1,0 0 0,0 0-1,0 0 1,0-1-1,0 1 1,0 0 0,0 0-1,1 0 1,-1 0-1,0 0 1,1 0 0,-1 1-1,1-1 1,-1 0-1,1 0 1,0 0 0,-1 0-1,1 1 1,0-1 0,0 0-1,0 0 1,0 1-1,0-1 1,0 0 0,0 0-1,0 0 1,1 1-1,-1-1 1,0 0 0,1 0-1,-1 0 1,1 0-1,-1 1 1,1-1 0,0 0-1,-1 0 1,1 0-1,1 0 73,22 8-1789</inkml:trace>
  <inkml:trace contextRef="#ctx0" brushRef="#br2" timeOffset="-159.63">16775 12139 3113,'26'-34'4142,"-21"22"-2438,-1 7-1106,-4 5-562,0 0 0,1 0 0,-1 0 1,0 0-1,0-1 0,1 1 0,-1 0 1,0 0-1,0 0 0,0-1 0,1 1 1,-1 0-1,0 0 0,0-1 0,0 1 1,0 0-1,0-1 0,0 1 0,1 0 1,-1 0-1,0-1 0,0 1 0,0 0 1,0-1-1,0 1 0,0 0 0,0 0 1,0-1-1,0 1 0,0 0 0,0-1 1,-1 1-1,1 0 0,0 0 0,0-1 1,0 1-1,0 0 0,0 0 0,0-1 1,-1 1-1,1 0 0,0 0 0,0-1 1,0 1-1,-1 0 0,1 0 0,0 0 1,0-1-1,-1 1 0,1 0-36,-1-1 86,0 0-1,0 1 1,0-1-1,0 0 1,0 1-1,-1-1 1,1 1-1,0-1 1,0 1-1,-1-1 1,1 1-1,0 0 1,0 0-1,-1 0 1,1-1-1,0 1 1,0 0-1,-1 1 1,1-1-1,0 0 1,-1 0-1,1 1 1,0-1-1,0 0 1,0 1-1,-1 0-85,1-1 40,0 1 0,0-1-1,0 1 1,0 0 0,1-1-1,-1 1 1,0 0 0,0 0-1,1 0 1,-1-1-1,1 1 1,-1 0 0,1 0-1,-1 0 1,1 0 0,-1 0-1,1 0 1,0 0 0,-1 0-1,1 0 1,0 1 0,0-1-1,0 0-39,-5 15 354,-21 16 177,1 12-145,14-29-309,0 0-1,-1-2 1,-1 1-1,0-2 1,-1 2-77,-22 20 77,-29 42 37,-175 206 22,220-256-129,-21 27 5,-2-2 0,-9 4-12,-27 18-4,-35 41-98,70-73-67,12-11-142,-34 9-1077,35-19-1797,29-23 439,2-11-30,5-15 1214</inkml:trace>
  <inkml:trace contextRef="#ctx0" brushRef="#br2" timeOffset="199">17303 11578 3545,'110'-71'4054,"-109"70"-3999,-1 0-1,1 0 1,0 0 0,0 0 0,0 1-1,0-1 1,0 0 0,0 0-1,0 1 1,0-1 0,1 1 0,-1-1-1,0 1 1,0-1 0,0 1 0,1 0-1,-1 0 1,0 0 0,0-1-1,1 1 1,-1 0 0,0 1 0,0-1-1,1 0 1,-1 0 0,0 0-1,0 1 1,0-1 0,1 1 0,-1-1-1,0 1 1,0-1 0,0 1 0,0 0-1,0-1 1,0 1 0,0 0-1,0 0 1,0 0 0,0 0 0,0 0-1,-1 0 1,1 0 0,0 0-1,-1 0 1,1 0 0,-1 0 0,1 0-1,-1 0 1,1 1 0,-1-1 0,0 0-1,0 0 1,0 1 0,1-1-1,-1 0 1,0 0 0,-1 1 0,1-1-1,0 1-54,0 2 37,-1 1 0,0-1 1,0 1-1,0-1 0,-1 0 0,1 0 0,-1 1 0,0-1 0,0 0 0,0-1 0,-1 1 0,1 0 0,-1-1 0,-3 4-37,-7 11 67,-37 59 78,-17 20-38,-110 150 45,-49 17-57,2 36-41,211-282-49,-250 351 121,140-205-39,55-67-290,47-71-252,12-18-149,8-14-1295,39-61-2330,-2 10 3101</inkml:trace>
  <inkml:trace contextRef="#ctx0" brushRef="#br2" timeOffset="605.54">18123 11448 3217,'33'-10'3550,"-32"10"-3470,0 0 1,-1 0 0,1 0-1,0 0 1,-1 0 0,1 0-1,-1 1 1,1-1 0,0 0-1,-1 0 1,1 1 0,-1-1-1,1 1 1,-1-1 0,1 0-1,-1 1 1,1-1 0,-1 1 0,0-1-1,1 1 1,-1-1 0,0 1-1,1-1 1,-1 1 0,0 0-1,1-1 1,-1 1 0,0-1-1,0 1 1,0 0 0,0-1-1,0 1 1,0-1 0,0 1-1,0 0 1,0-1 0,0 1-1,0 0 1,0-1 0,0 1-1,0 0 1,0-1 0,-1 1-1,1-1 1,0 1 0,-1-1-1,1 1-80,-16 61 1254,-13-15-779,-31 53 135,24-38 8,-42 55-618,-35 19 295,-21 14-71,-181 174 9,26 13-136,155-192-53,21-8-8,73-89-21,-17 21 29,-32 55-44,23-11 1,-52 65-183,40-80-688,59-77-50,25-33-2794,56-80-1343,-1 10 3785</inkml:trace>
  <inkml:trace contextRef="#ctx0" brushRef="#br2" timeOffset="996.1">18837 11324 4089,'4'3'412,"0"1"-1,-1 0 1,1 1 0,-1-1-1,0 1 1,-1-1 0,1 1-1,-1 0 1,0 0 0,0 0-1,1 4-411,-2-1 157,0-1 0,-1 1 0,1 0 0,-1 0 0,-1 0 0,0-1 0,0 1 0,0 0 0,-1-1 0,0 1 0,0-1 0,-3 6-157,-5 11 221,-1 1 0,-1-2 0,-1 0 0,-1 0 0,-13 15-221,-66 73 431,-31 20-57,-30 12-81,-375 347 139,357-328-397,23-11-13,22-21-7,22-16-19,-42 79-197,112-138-767,2 2-1,-16 38 969,45-87-198,1-4-65,1 1 0,-1 0 0,1 0 0,0 0 0,0 1 0,1-1 0,0 0 0,0 1 0,0-1 0,0 2 263,9 2-1787,-3-10 1493,0 0-1,0-1 1,0 1 0,0-1 0,-1 0 0,1 0-1,0 0 1,-1-1 0,0 1 0,1-1 0,-1 0 0,0-1 294,42-37-825</inkml:trace>
  <inkml:trace contextRef="#ctx0" brushRef="#br2" timeOffset="1379.48">19615 11148 3801,'3'-5'394,"8"-9"1900,-10 24-725,-24 43-142,12-27-1073,-2-1-1,0-1 1,-2 0 0,0 0 0,-2-2 0,-1 1-354,-55 55 729,-17 24-66,-25 38-131,-25 30-109,-23 35-122,-23 17-81,-433 452 95,419-476-269,28-19-33,24-17-25,23-32-59,21-24-56,20-31-135,-19 8-1039,84-64 79,14-23-496,6-1 1418,1 1 1,-1 0-1,1 0 1,0 0-1,0 0 1,1 0-1,-1 0 1,1 0-1,0 1 1,0-1-1,0 1 1,1 0 299,7-10-584,34-39-662</inkml:trace>
  <inkml:trace contextRef="#ctx0" brushRef="#br2" timeOffset="1807.96">20148 10926 4761,'-12'54'4168,"-11"-12"-3048,-94 172 880,5-54-1522,-6-5 0,-11-2-478,-19 17 139,-21 12-23,-202 206 30,186-200-110,13-10-14,7-21-14,19-18-22,30-19-49,20-12-70,33-13-150,-16 32-868,58-90 163,15-22-407,13-11-362,17-14-298,6-10 879</inkml:trace>
  <inkml:trace contextRef="#ctx0" brushRef="#br2" timeOffset="2229.92">20385 11340 3137,'6'28'4386,"-24"18"-2901,13-34-946,-52 80 1190,14-22-1017,-23 29-13,-4-3 0,-40 37-699,-28 17 277,-40 22-97,-23 19-61,-642 536 71,682-596-174,24-15-29,119-101-3,-75 66-529,-52 60 545,84-69-1023,56-61 142,16-20-272,-5 4 817,31-29-1602,2 1 0,1 3-1,8-3 1939,86-50-1225</inkml:trace>
  <inkml:trace contextRef="#ctx0" brushRef="#br2" timeOffset="2579.13">20372 11652 5417,'1'0'118,"0"1"-1,0 0 1,-1-1 0,1 1-1,0 0 1,0-1-1,-1 1 1,1 0 0,-1 0-1,1 0 1,0 0-1,-1 0 1,0 0 0,1 0-1,-1 0 1,1 0-1,-1 0 1,0 0 0,0 0-1,0 0 1,0 0-1,0 0 1,0 0 0,0 0-1,0 0 1,0 0-1,0 0 1,0 0 0,-1 0-1,1 0 1,0 0-1,-1 0 1,1 1-118,-4 11 115,-1 0 0,0 0 0,-1-1 0,0 1 0,0-1 0,-2-1 0,-3 5-115,-51 77 301,-28 29-1,-42 24 25,-21 22 10,-238 214 208,12-7-277,-56 81-87,323-342-147,16-24-16,75-72-67,1 2 0,1 1 0,1 0 0,-7 11 51,23-30-42,1-1 12,0-1 0,1 1 0,-1 0 0,0-1 0,0 1 0,0 0 0,1 0 0,-1-1 0,0 1 0,0 0 0,1 0 0,-1 0 0,1 0 0,-1 0 0,1 0 0,-1 0 0,1 0-1,0 0 1,-1 0 0,1 0 0,0 0 0,0 0 0,0 0 0,0 0 0,0 0 0,0 0 0,0 0 0,0 0 0,0 0 0,1 0 0,-1 0 0,0 0 0,1 0 0,-1 0 0,0 0 0,1 0 0,0 0 0,-1 0 0,1 0-1,-1 0 1,1 0 0,0-1 0,0 2 30,19-6-1519,21-23-698,26-13-7,27-8 987</inkml:trace>
  <inkml:trace contextRef="#ctx0" brushRef="#br2" timeOffset="2959.13">20403 12271 4313,'-26'32'4704,"-1"3"-4275,-34 28 407,-27 31-125,-24 23-123,-27 20-149,-12 15-110,-197 165 57,178-169-281,14-7-26,41-32-25,37-35 5,-56 40-59,-54 19-257,178-121-5,22-15-79,81-61-745,-12 11 294,21-17-196,33-18-376,25-19-321,14-19-206,3-5 758</inkml:trace>
  <inkml:trace contextRef="#ctx0" brushRef="#br2" timeOffset="3224.66">20282 12790 3009,'50'-69'4221,"-49"56"-2662,-10 20-679,-43 76 77,-5-12-655,-33 21-65,-17 16-37,-278 302 188,257-279-320,-92 71 7,87-70-70,96-87-83,26-4-108,11-39 161,0-1-1,-1 0 1,1 0-1,0 0 1,-1 0-1,1 0 1,0-1-1,0 1 1,0 0-1,0 0 0,0 0 1,0 0-1,0 0 1,0 0-1,0 0 1,0 0-1,0-1 1,1 1-1,-1 0 1,0 0-1,1 0 0,-1 0 1,0-1-1,1 1 1,-1 0-1,1 0 1,-1-1-1,1 1 1,0 0-1,-1-1 1,1 1-1,0 0 0,-1-1 1,1 1-1,0-1 1,0 1-1,0-1 1,-1 0-1,1 1 1,0-1-1,0 0 1,0 0-1,0 1 1,0-1-1,-1 0 0,1 0 1,1 0 25,6-1-253,-1 0-1,1 0 1,0-1 0,-1 0 0,1 0 0,-1-1-1,0 0 1,0-1 0,0 1 0,0-1-1,4-4 254,14-5-616,85-44-1575,12-12-4</inkml:trace>
  <inkml:trace contextRef="#ctx0" brushRef="#br2" timeOffset="3533.57">20508 12953 5953,'0'3'293,"-1"0"0,1 1 0,-1-1-1,1 0 1,-1 0 0,0 0 0,0 0-1,0-1 1,0 1 0,-1 0 0,1 0 0,-1-1-1,0 1 1,0-1 0,-1 3-293,-10 11 235,0-1-1,-1 1 1,-1-2 0,0 0-1,-14 8-234,-67 53 369,-22 12-80,-156 143-38,126-107-205,2-3-15,2-14-15,71-47-47,3 3-1,-16 21 32,-4 14-128,24-11-125,22-37 14,32-36 19,-1 0 0,2 1 0,0 0 0,1 1 0,0 0 0,-7 17 220,17-32-29,-1 1-1,1-1 1,-1 1 0,1-1 0,-1 1 0,1-1-1,-1 1 1,1 0 0,0-1 0,-1 1-1,1 0 1,0-1 0,0 1 0,-1 0-1,1 0 1,0-1 0,0 1 0,0 0-1,0 0 1,0-1 0,0 1 0,0 0-1,0 0 1,0-1 0,1 1 0,-1 0 0,0-1-1,0 1 1,1 0 0,-1 0 0,0-1-1,1 1 1,-1-1 0,1 1 0,-1 0-1,1-1 1,-1 1 0,1-1 0,-1 1-1,1-1 1,-1 1 0,1-1 0,0 0 0,-1 1-1,1-1 1,0 0 0,-1 1 0,1-1-1,0 0 1,-1 0 0,1 0 29,35-15-876,255-145-2829,-147 69 2989</inkml:trace>
  <inkml:trace contextRef="#ctx0" brushRef="#br2" timeOffset="4728.45">20564 13243 3073,'1'0'149,"1"0"0,-1-1 0,0 1 0,0 0 0,0 0 0,0 0 0,0 0 0,0 1 1,0-1-1,0 0 0,0 0 0,0 1 0,0-1 0,0 0 0,0 1 0,0-1 0,0 1 0,0-1 1,0 1-1,-1 0 0,1-1 0,0 1 0,0 0 0,-1 0 0,1-1 0,0 1 0,-1 0 0,1 0 1,-1 0-1,1 0 0,-1 0 0,1 0 0,-1 0 0,0 0 0,1 0 0,-1 0 0,0 0 0,0 0 0,0 0 1,0 1-150,1 0 152,-1 1 0,0-1 0,1 1 1,-1-1-1,-1 1 0,1-1 1,0 1-1,0-1 0,-1 0 0,0 1 1,1-1-1,-1 1 0,0-1 1,0 0-1,0 0 0,-1 1-152,-57 88 1771,-2-16-1068,15-22-228,-2-1 1,-40 31-476,-271 206 467,-10 19-394,301-246-252,69-62 171,-1 0-1,0 0 1,0 0-1,1 0 1,-1 0-1,0 0 1,1 0 0,-1 0-1,0 0 1,1 0-1,-1 0 1,0 0-1,1 0 1,-1 0-1,0 0 1,1 0-1,-1 0 1,0 0-1,1 0 1,-1 0 0,0 0-1,1 0 1,-1 1-1,0-1 1,0 0-1,1 0 1,-1 0-1,0 1 1,0-1-1,1 0 1,-1 0-1,0 1 1,0-1 0,0 0-1,1 1 1,-1-1-1,0 0 1,0 0-1,0 1 1,0-1-1,0 0 1,0 1-1,0-1 1,1 0-1,-1 1 1,0-1 0,0 0-1,0 1 1,0-1-1,-1 0 1,1 1-1,0-1 1,0 0-1,0 1 1,0-1 8,84-44-1024,-5-3 157,22-17-99,23-16 35,436-246-676,-387 222 1638,-162 97 67,1 0 0,-1 1 0,2 0 0,-1 1 0,0 1 0,7-2-98,-18 5 31,0 1-1,1 0 1,-1-1-1,0 1 1,0 0-1,0 0 1,0 0-1,0 0 1,0-1-1,0 2 1,0-1-1,1 0 1,-1 0-1,0 0 1,0 0-1,0 1 1,0-1-1,0 0 1,0 1-1,0-1 1,0 1-1,0-1 1,0 1-1,0 0 1,0-1-1,-1 1 1,1 0-1,0 0 1,0 0-1,-1-1 1,1 1-1,0 0 1,-1 0-1,1 0 1,-1 0-1,1 0 1,-1 1-31,2 41 610,-3-38-577,0 0 0,0 0 0,0 0 0,-1 0 0,0 0 1,0 0-1,0 0 0,-1-1 0,1 1 0,-1-1 0,0 0 0,0 0 0,-1 0 0,1 0 0,-3 2-33,-5 6 63,-40 53 217,-37 34 262,-43 36-542,89-92 35,-259 250 110,251-247-123,23-22 8,0 1-1,2 2 0,-14 20-29,37-44 3,0-1 0,0 0 0,0 0 0,0 0 1,0 1-1,1-1 0,-1 1 0,1-1 0,-1 1 0,1 0 1,0-1-1,0 1 0,1 0 0,-1 0 0,0 0 1,1-1-1,0 1 0,-1 0 0,1 0 0,0 0 0,1 0 1,-1 2-4,1-3 0,-1-1 0,0 1 0,1-1 0,0 0 0,-1 1 0,1-1 0,0 0 0,-1 1 1,1-1-1,0 0 0,0 0 0,0 0 0,0 0 0,0 0 0,0 0 0,0 0 0,1 0 0,-1 0 1,0-1-1,0 1 0,1 0 0,-1-1 0,0 1 0,1-1 0,-1 1 0,1-1 0,-1 0 1,2 1-1,49-7-58,92-49-65,-24-1-86,-3-5-1,-2-6 1,-4-4 0,10-15 209,-24 9-207,-31 10 110,-1-7 155,-65 73-45,1 1-1,-1-1 0,0 0 0,1 1 1,-1-1-1,0 1 0,1-1 1,-1 1-1,0-1 0,1 1 0,-1 0 1,1-1-1,-1 1 0,1-1 1,-1 1-1,1 0 0,-1 0 1,1-1-1,-1 1 0,1 0 0,0 0 1,-1-1-1,1 1 0,-1 0 1,1 0-1,0 0 0,-1 0 0,1 0 1,-1 0-1,1 0 0,0 0 1,-1 0-1,1 0 0,-1 1 1,1-1-1,0 0 0,-1 0 0,1 0 1,-1 1-1,1-1 0,-1 0 1,1 1-1,-1-1 0,1 0 0,-1 1 1,1-1-1,-1 1 0,1-1 1,-1 1-1,0-1 0,1 1 0,-1-1 1,0 1-1,0-1 0,1 1-12,0 1 26,0-1 1,0 1-1,-1 0 0,1 0 0,0 0 0,-1-1 0,1 1 0,-1 0 0,0 0 0,0 0 0,0 0 0,1 0 0,-2 0 0,1 0 1,0 0-1,0 0 0,-1 0 0,1 0 0,-1-1 0,0 2-26,-21 33 75,10-21-69,-1 0 0,0-1 1,-1-1-1,-1 0 1,0 0-1,-3 0-6,-3 4 3,-158 125 18,-116 96 17,285-231-39,0 2 1,0-1 0,1 1 0,1 1 0,0-1 0,0 1 0,0 1 0,2 0 0,-1 0 0,1 0-1,1 0 1,0 1 0,0 2 0,5-14-3,0 1 0,0 0 1,-1 0-1,1 0 0,0-1 0,0 1 0,0 0 0,0 0 0,0 0 0,0 0 0,1-1 1,-1 1-1,0 0 0,0 0 0,1 0 0,-1-1 0,0 1 0,1 0 0,-1 0 0,0-1 0,1 1 1,-1 0-1,1-1 0,0 1 0,-1-1 0,1 1 0,-1-1 0,1 1 0,0-1 0,-1 1 1,1-1-1,0 1 0,0-1 0,-1 0 0,1 1 0,0-1 0,0 0 0,-1 0 0,2 0 3,37-1-217,-21-1 73,1-2 0,-1-1 0,-1 0 0,1-1 1,12-7 143,136-84-1528,-91 49 506,32-13-678,-49 30-132,-2-3 0,6-7 1832,-6-5-1434,2-4 646,-59 50 832,1 0 0,0 1 0,0-1 0,0 1 1,0-1-1,0 1 0,0-1 0,0 1 0,0-1 0,0 1 0,0-1 0,0 1 0,0-1 0,0 1 0,0-1 0,0 1 0,1-1 1,-1 1-1,0-1 0,0 0 0,1 1 0,-1-1 0,0 1 0,0-1 0,1 0 0,-1 1 0,0-1 0,1 0 0,-1 1 0,1-1 1,-1 0-1,0 1 0,1-1 0,-1 0 0,1 0 0,-1 0 0,1 1 0,-1-1 0,1 0 0,-1 0 0,1 0 0,-1 0 0,1 0 1,-1 0-1,1 0 0,-1 0 0,1 0 0,-1 0 0,1 0 0,-1 0 0,0 0 0,1-1 0,-1 1 0,1 0 0,-1 0 0,1 0 1,-1-1-1,1 1 0,-1 0 0,0-1-44,-16 27 1305,7-13-749,1 0-1,0 1 1,0 0-1,1 1 1,1-1-1,1 1 1,0 0-1,0 5-555,-11 68 1940,7-62-1544,-1 1-1,-1-1 1,-1-1 0,-1 0-1,-13 17-395,-22 34-8,-3-3 0,-3-2-1,-4-2 1,-2-4 0,-10 5 8,19-31-2293,4-14-946</inkml:trace>
  <inkml:trace contextRef="#ctx0" brushRef="#br2" timeOffset="23230.95">32332 12829 3793,'61'-9'1726,"-44"15"-1597,-17-6 388,-1-7 1956,-9-6 6686,2 4-5767,8 9-3350,-1-1 0,1 1 0,0-1 0,-1 1 0,1-1 0,-1 1 1,1 0-1,-1-1 0,0 1 0,1 0 0,-1-1 0,1 1 1,-1 0-1,0-1 0,1 1 0,-1 0 0,0 0 0,1 0 1,-1 0-1,0 0 0,1 0 0,-1 0 0,0 0 0,1 0 1,-1 0-1,0 0 0,1 0 0,-1 0 0,0 1 0,1-1 1,-1 0-1,1 0 0,-1 1 0,0-1 0,1 0 0,-1 1 0,1-1 1,-1 1-1,1-1 0,-1 0 0,1 1 0,-1 0 0,1-1 1,0 1-1,-1-1 0,1 1 0,0-1 0,-1 1 0,1 0 1,0 0-43,-6 4-43,-21 11 409,3-3-198,-23 23-11,11-24 52,29-11-162,-98 7 415,86-2-403,-6 1 106,0-1-1,0-1 1,-23 2-165,-153-9 204,177 1-195,-23-1 10,19 2-6,0-1-1,1-2 0,-25-5-12,-115-39 23,122 33-18,0 3-1,0 1 1,-1 3-1,-1 1 0,-6 2-4,-1-1 5,-63-4 8,22-5 3,-7-2-5,67 10 2,0 1 1,-1 1 0,0 3-1,-22 1-13,-83 16 87,101-11-78,-1-2 0,1-2-1,-1-1 1,-6-3-9,-117-11 39,135 15-33,-37 1 7,1-2 0,-2-3-13,-93-7 22,50 14-4,73-2-15,-1-1 1,0-3 0,-30-4-4,-23-2 5,-43-4-5,114 9 1,0 1 1,-1 0-1,1 2 1,-13 1-2,-12 0 2,-5-2 2,0-2 0,-46-9-4,-109-22 0,79 28 8,46 22 0,-34-7-7,-33-12 6,107 0-1,-60-5-4,-15 18-2,40-2 0,0-4 0,-8-3 0,-128-5 8,123 8-2,-32-8 4,-2 1-10,42-11 0,-38-4 0,14 5 0,-59 18 0,141-6 0,-21 0 0,1-1 0,-34-8 0,-31-11 0,-1 5 0,-47 1 0,-127 6 0,173-1 8,12 17-7,88-7 0,-67 12 13,65-9-14,0-1 0,0 0 0,0 0 0,0-1 0,0-1 0,0 0 0,-1 0 0,1-1 0,-5-2 0,13 3 0,-50 3 6,-47-7-4,48-5-9,35 9 8,0-2 0,0 0 0,1-1 0,-1 0 0,-2-2-1,-15 8 2,12 2-2,-28-11 0,10 3-1,35 3 2,-1 0 0,0 0 0,1 0 0,-1-1 0,1 0 0,-1 0 0,1-1 0,-1 1 0,-1-2-1,-47 1 73,23 11-66,8 2-6,-38 25 6,52-28-7,-1-6 44,1-6 462,9 4-490,0 0-6,0 0-2,0 0-12,0 0-76,0 0-163,0 0 147,0 0 1071,0 0-503</inkml:trace>
  <inkml:trace contextRef="#ctx0" brushRef="#br2" timeOffset="27862.83">32338 13758 2409,'49'20'1118,"-48"-20"-1078,-1 1 0,0-1-1,1 0 1,-1 1 0,0-1-1,1 0 1,-1 1 0,1-1 0,-1 0-1,0 0 1,1 1 0,-1-1-1,1 0 1,-1 0 0,1 0-1,-1 0 1,1 0 0,-1 0-1,1 0 1,-1 0 0,1 0-1,-1 0 1,1 0 0,-1 0-1,1 0 1,-1 0 0,1 0-1,-1 0 1,1 0 0,-1-1-1,0 1 1,1 0 0,-1 0 0,1-1-1,-1 1 1,0 0 0,1-1-1,-1 1 1,1 0 0,-1-1-1,0 1 1,0 0 0,1-1-1,-1 1 1,0-1 0,0 1-1,1-1 1,-1 1 0,0 0-1,0-1 1,0 1 0,0-1-1,0 1 1,1-1 0,-1 1-1,0-1 1,0 1 0,0-1-1,-1 1 1,1-1 0,0 1 0,0-1-1,0 1 1,0-1 0,0 1-1,0-1 1,-1 1 0,1-1-40,0-2 2836,0 3-1561,0 0-102,0 0-100,0 0-44,0 0-38,0 0-65,0 0-130,0 0-115,0 0-143,0 0-98,-56 13 2164,37-6-2322,-33 12-94,-18 0 243,52-15-360,-1-2 0,1 0 1,-1-1-1,0 0 1,-10-3-72,-8 2 52,-206 1 61,220 1-107,0-1-1,0-1 1,0-1 0,0-2-1,1 0 1,-5-2-6,-181-28 38,185 29-36,-93-4 38,70 8-27,-1-1-1,0-3 1,-18-4-13,-19-2 11,-26 0 14,-153-3 30,222 8-49,9 1-3,1 1 0,-1 1 0,-14 3-3,-60 7 24,-155 6 0,89-20 9,75 8-12,12-1 3,-78-8-24,-32 2 2,125 5-2,-106 4 8,-125-17 17,177 20-10,-89 0-7,72-16-7,-48-13 28,-4 1-3,5 11-18,85 1-8,79 5 0,-37-6 7,-1 3 0,-36 1-7,-130-3 18,-9 8-2,119-17-8,57-1 1,-61-12 5,41 23 3,48 6-9,0 0 0,0-3 0,-13-3-8,-70-9 15,25 5-5,27 9 5,22 2-4,1-2 1,-36-7-12,2-3 10,-34-11 6,52 17-8,29 3 2,-1 1 0,1 1 0,0 2 0,-3 0-10,-3 4 15,-6 0-2,-1-2 1,1-1-1,-6-2-13,-43-8 39,-33 11 57,45-19-39,32 11-9,14-5-8,-42 8 33,-5 5-18,2 13 1,69-12-51,-1-1 0,1-1-1,-1 1 1,1-1 0,-1 0 0,0-1 0,0 0 0,1 0 0,-5-1-5,-12 0 5,-16 3 11,18 11 95,-37 5-422,57-17-141,-2 2 183</inkml:trace>
  <inkml:trace contextRef="#ctx0" brushRef="#br2" timeOffset="28949.76">32301 13049 3905,'0'-13'12489,"-23"55"-11958,21-40-526,-14 25 34,-2-1 0,0-1-1,-15 15-38,-122 104-146,110-101-260,2 3 1,-10 16 405,38-45-538,0-1-1,-2 0 1,0-2 0,0 0 0,-2 0 538,4-2-1118,6-3-848,7-6 814</inkml:trace>
  <inkml:trace contextRef="#ctx0" brushRef="#br2" timeOffset="29291.9">32090 12942 7626,'8'-7'6397,"-14"8"-5429,-12 5-775,-31 19-48,-101 96 45,138-111-183,-22 16-49,2 1 0,2 2 0,0 1-1,2 2 1,-17 24 42,-19 44-768,54-88 443,0 0 1,-1 0-1,-1-2 0,0 1 0,0-1 1,-1-1-1,0 0 0,-2 0 325,-41 24-3377,36-22 2407</inkml:trace>
  <inkml:trace contextRef="#ctx0" brushRef="#br2" timeOffset="29598.06">31700 12821 9474,'7'22'6294,"-7"-19"-6237,0 0 0,-1 0 0,1-1 0,-1 1 0,0 0 0,0 0 0,0-1 0,0 1 0,0-1 0,-1 1 0,1-1 0,-1 1 1,0-1-1,1 0 0,-3 2-57,-139 142 589,-51 78-404,61-84-266,102-113-138,0-1-1,-31 19 220,8-7-477,-23 9-2132,77-47 2470,-1 0-1,0 1 0,0-1 0,0 0 0,0 0 1,0 0-1,0 0 0,0 0 0,1 0 1,-1 0-1,0 0 0,0 0 0,0 0 0,0 0 1,0-1-1,0 1 0,1 0 0,-1 0 1,0-1-1,0 1 0,0-1 0,1 1 1,-1-1-1,0 1 0,0-1 0,0 0 140,0-16-2222,1-7 895</inkml:trace>
  <inkml:trace contextRef="#ctx0" brushRef="#br2" timeOffset="29850.68">31238 13093 2016,'5'-7'476,"0"0"0,0-1 0,-1 1 0,0-1 0,0 0-1,-1 0 1,0 0 0,-1-1 0,1 1 0,-1-6-476,-1 12 289,-1 1-201,0 1 1,0 0 0,1 0 0,-1-1 0,0 1-1,0 0 1,0-1 0,0 1 0,0 0 0,0-1-1,1 1 1,-1 0 0,0-1 0,0 1 0,0 0-1,0 0 1,0-1 0,0 1 0,0 0 0,0-1 0,-1 1-1,1 0 1,0-1 0,0 1 0,0 0 0,0-1-1,0 1 1,0 0 0,-1 0 0,1-1 0,0 1-1,0 0 1,0 0 0,-1-1 0,1 1 0,0 0-1,0 0 1,-1 0 0,1-1 0,0 1 0,-1 0-1,1 0 1,0 0 0,0 0 0,-1 0 0,1 0-1,0 0 1,-1-1 0,1 1 0,0 0 0,-1 0-1,1 0 1,0 0 0,-1 0 0,1 0 0,0 1-1,-1-1 1,1 0 0,0 0 0,0 0 0,-1 0-1,1 0-88,-14 5 200,1 0 0,-1 1-1,1 1 1,1 0 0,-1 0-1,1 2 1,1-1 0,-1 1-1,1 1 1,-3 4-200,0-1 148,-122 110 463,111-100-563,1 2 0,1 0 0,1 1 0,0 3-48,-108 145-215,119-162-150,0 0 0,-1-1 0,-1 0 0,0-1 0,0-1 0,-1 0 1,0 0-1,-13 4 365,-6-4-773</inkml:trace>
  <inkml:trace contextRef="#ctx0" brushRef="#br2" timeOffset="30133.9">30886 12882 6121,'0'0'23,"-3"-6"6156,-2 6-4043,1 4-1236,-20 25-214,-167 165 95,-13 23-835,202-215 49,-46 52-447,-2-2 0,-45 34 452,82-76-151,-5 5-513,-1 0 0,0-1 0,-1-1 0,-16 6 664,12-11-1867,5-8 800</inkml:trace>
  <inkml:trace contextRef="#ctx0" brushRef="#br2" timeOffset="30645.41">30273 12812 7954,'-41'49'5661,"20"-21"-5114,-131 155 381,83-99-1042,-5-3 0,-57 49 114,45-47-872,19-23-1872,57-54 1312,10-6 1381,0 0 0,1 0 0,-1 0 0,0 0 1,0 0-1,0 0 0,0 0 0,0 0 0,1 0 0,-1-1 0,0 1 0,0 0 0,0 0 0,0 0 0,0 0 1,0 0-1,1 0 0,-1-1 0,0 1 0,0 0 0,0 0 0,0 0 0,0 0 0,0-1 0,0 1 1,0 0-1,0 0 0,0 0 0,0-1 0,0 1 0,0 0 0,0 0 0,0 0 0,0 0 0,0-1 0,0 1 1,0 0-1,0 0 0,0 0 0,0 0 0,0-1 0,-1 1 0,1 0 0,0 0 0,0 0 0,0 0 0,0 0 1,0 0-1,0-1 0,-1 1 0,1 0 0,0 0 0,0 0 0,0 0 0,0 0 0,0 0 0,-1 0 1,1 0-1,0 0 0,0 0 0,0 0 0,0-1 0,-1 1 0,1 0 51,134-214-1959,-83 142 2847,2 3-1,3 2 1,16-11-888,-28 38 2743,-43 40-2710,-1 0-1,0 0 1,0 0-1,0 0 0,1 0 1,-1 0-1,0 0 1,0-1-1,0 1 0,0 0 1,0 0-1,1 0 1,-1 0-1,0 0 0,0 0 1,0 0-1,0-1 1,0 1-1,0 0 0,0 0 1,1 0-1,-1 0 1,0 0-1,0-1 0,0 1 1,0 0-1,0 0 1,0 0-1,0 0 0,0-1 1,0 1-1,0 0 1,0 0-1,0 0 0,0 0 1,0-1-1,0 1 1,0 0-1,0 0 0,0 0 1,0 0-1,0-1 1,0 1-1,0 0 0,-1 0 1,1 0-1,0 0 1,0-1-1,0 1 0,0 0 1,0 0-1,0 0 1,0 0-1,-1 0 0,1 0 1,0 0-1,0-1 1,0 1-1,0 0 0,-1 0 1,1 0-1,0 0 1,0 0-1,0 0 0,0 0 1,-1 0-1,1 0 0,0 0 1,0 0-1,0 0-32,-2-1 610,8 1 493,-9 5 900,-74 33-1768,-96 105-167,91-72-60,-184 157-216,184-157-89,-88 95-2968,130-131 2315</inkml:trace>
  <inkml:trace contextRef="#ctx0" brushRef="#br2" timeOffset="30928.1">29262 12730 7810,'-2'-1'356,"1"0"-188,0 0 0,1 1-1,-1-1 1,0 1 0,1-1-1,-1 1 1,0-1 0,0 1-1,1 0 1,-1-1 0,0 1-1,0 0 1,0 0 0,0-1-1,1 1 1,-1 0 0,0 0-1,0 0 1,0 0 0,0 0-1,0 0 1,0 0 0,1 1-1,-1-1 1,0 0 0,0 0-1,0 1 1,1-1 0,-1 0-1,0 1 1,0-1 0,1 1-1,-1-1 1,0 1 0,0-1-1,1 1 1,-1 0 0,0 0-168,-28 42 1455,-23 29-1358,-29 24-49,-90 84-91,122-133-232,-2-1 0,-33 20 275,-27 21-5043,-13 20 5043,104-86-2171,9-4 938</inkml:trace>
  <inkml:trace contextRef="#ctx0" brushRef="#br2" timeOffset="31211.37">28946 12825 9906,'4'-6'5189,"-8"13"-5047,-19 36-116,-123 125-52,-84 60-129,95-104-344,14 26-2051,89-119 849,1-13 747</inkml:trace>
  <inkml:trace contextRef="#ctx0" brushRef="#br2" timeOffset="31487.1">28589 12818 10954,'-23'36'5880,"-9"22"-5093,16-34-670,0-1 0,-1-1 1,-2 0-1,-4 3-117,2-1 6,-34 33-89,-3-2 1,-2-2-1,-25 14 83,-84 70-1222,152-121 191,-1-1-1,-1-1 1,0-1-1,-16 9 1032,34-22-98,1 0 1,-1 0-1,1 0 0,-1-1 1,1 1-1,-1 0 0,1 0 1,0 0-1,-1 0 0,1-1 1,-1 1-1,1 0 0,0 0 0,-1-1 1,1 1-1,0 0 0,-1-1 1,1 1-1,0 0 0,-1-1 1,1 1-1,0 0 0,0-1 1,0 1-1,-1-1 0,1 1 1,0-1-1,0 1 0,0 0 1,0-1-1,0 1 0,0-1 1,0 1-1,0-1 0,0 1 1,0-1-1,0 1 0,0-1 0,0 1 1,0 0-1,0-1 0,0 1 1,0-1-1,1 1 0,-1-1 1,0 1-1,0 0 0,0-1 1,1 1 97,5-30-1393</inkml:trace>
  <inkml:trace contextRef="#ctx0" brushRef="#br2" timeOffset="31752.31">28176 12880 4673,'7'-28'4680,"-7"27"-4536,-1 0 1,0 1 0,1-1 0,-1 1-1,0-1 1,0 1 0,1-1 0,-1 1 0,0-1-1,0 1 1,0 0 0,0-1 0,1 1-1,-1 0 1,0 0 0,0-1 0,0 1-1,0 0 1,0 0 0,0 0 0,0 0 0,0 0-1,0 0 1,1 1 0,-1-1 0,0 0-1,0 0 1,0 1 0,0-1-145,-6 2 163,1 0-1,-1 0 1,0 1 0,1 0 0,-1 0 0,1 0-1,0 1 1,0 0 0,1 0 0,-1 1-1,1-1 1,0 1 0,-1 1-163,2-2 55,-239 189 450,170-138-491,-114 106-153,127-106-666,-1-3 1,-3-2-1,-31 17 805,15-25-3095,57-36 1132,12-12 903</inkml:trace>
  <inkml:trace contextRef="#ctx0" brushRef="#br2" timeOffset="31976.75">27568 12777 4657,'-1'-1'147,"1"0"0,-1-1 0,1 1 0,-1 0 0,1 0 0,-1 0 0,1 0 0,-1-1 0,0 1 0,0 0 0,0 0 0,0 0-1,1 0 1,-1 1 0,0-1 0,-1 0 0,1 0 0,0 0 0,0 1 0,0-1 0,0 1 0,-1-1 0,1 1 0,0-1 0,0 1 0,-1 0 0,1 0 0,0-1 0,-1 1 0,1 0 0,0 0 0,-1 0 0,1 0 0,0 1 0,-1-1 0,1 0 0,0 1 0,0-1-1,-1 0 1,1 1-147,-49 30 1598,-53 62-814,17-21-615,-5 5-87,-53 32-82,-13-8-328,92-59-52,14-13-233,32-16 223,17-11 205,-1 0 1,1 0 0,-1 0 0,0 0 0,1 0 0,-1 0-1,0-1 1,0 1 0,0-1 0,0 0 0,-1 0 0,1 0 0,0 0-1,0-1 1,-1 1 0,1-1 0,0 0 0,-3 0 184,6-6-828</inkml:trace>
  <inkml:trace contextRef="#ctx0" brushRef="#br2" timeOffset="32249.49">27159 12726 4953,'9'-68'5744,"-9"65"-5414,0 3-292,0 0 1,0 0 0,0 0-1,0 0 1,-1 0-1,1 0 1,0 0-1,0 0 1,0 0 0,0 0-1,0 1 1,0-1-1,0 0 1,0 0-1,0 0 1,-1 0 0,1 0-1,0 0 1,0 0-1,0 0 1,0 0-1,0 0 1,0 0 0,0 0-1,-1 0 1,1 0-1,0 0 1,0 0 0,0-1-1,0 1 1,0 0-1,0 0 1,0 0-1,0 0 1,0 0 0,-1 0-1,1 0 1,0 0-1,0 0 1,0 0-1,0 0 1,0 0 0,0 0-1,0-1 1,0 1-1,0 0-38,-2 2 207,-44 38 1512,-86 49-779,39-26-658,-75 66-282,-47 57-410,39-32-2008,151-135 753,25-19 1596,-1 0 1,1 0 0,-1 0-1,1 0 1,-1 1 0,1-1-1,-1 0 1,1 0 0,-1 0-1,1 0 1,-1 0 0,1 0-1,-1 0 1,1-1 0,-1 1-1,1 0 1,-1 0 0,1 0-1,-1 0 1,1-1 0,-1 1-1,1 0 1,-1 0 0,1-1-1,-1 1 1,1 0 0,0-1-1,-1 1 1,1 0 0,0-1-1,-1 1 1,1-1 0,0 1-1,0-1 1,-1 1 0,1 0-1,0-1 1,0 1 0,0-1-1,-1 1 1,1-1 0,0 1-1,0-1 1,0 1 0,0-1-1,0 1 1,0-1 0,0 1-1,0-1 1,0 0 68,1-32-2236,11-17 1050</inkml:trace>
  <inkml:trace contextRef="#ctx0" brushRef="#br2" timeOffset="32504.8">26658 12675 7498,'-3'-4'4096,"-7"9"-3185,8-4-617,-26 23 593,-27 22-459,-114 79-498,-6-7 70,-53 39-948,49-26-695,175-128 1419,0-1 0,0 1 0,0-1 0,0 0 0,-1 0 0,1 0 0,0 0 0,-1-1 0,0 0 0,-1 1 224,-1-11-723</inkml:trace>
  <inkml:trace contextRef="#ctx0" brushRef="#br2" timeOffset="33151">26204 12526 6753,'-8'5'4514,"-1"5"-2866,1 0-1048,-56 51 827,-8 18-723,-103 102-132,-171 94-1380,229-177-1143,66-63 516,51-35 1372,-1 0 0,0 0 1,0 1-1,1-1 0,-1 0 0,0 0 0,1 0 1,-1 0-1,0 0 0,0 0 0,1 0 0,-1 0 1,0 0-1,1 0 0,-1 0 0,0 0 1,0-1-1,1 1 0,-1 0 0,0 0 0,1-1 1,-1 1-1,1-1 0,-1 1 0,0 0 0,1-1 1,-1 1-1,1-1 0,-1 1 0,1-1 1,-1 0-1,1 1 0,0-1 0,-1 1 0,1-1 1,0 0-1,-1 1 0,1-1 0,0 0 0,0 1 1,0-1-1,-1 0 0,1 0 0,0 1 1,0-1-1,0 0 0,0 0 0,0 1 0,0-1 1,1 0-1,-1 1 0,0-1 0,0 0 0,0 1 1,1-1-1,-1 0 0,0 1 0,1-1 1,-1 0-1,1 1 0,-1-1 0,0 1 0,1-1 63,4-17-557,1 0-1,1 0 0,0 1 1,1 0-1,2-1 558,2-5-284,19-40-127,44-86-720,13-53 1131,-65 145 719,-10 15 4379,-16 43-3487,-30 24 431,-32 43-861,45-45-1004,-1-1 1,-1-1 0,-11 8-178,9-11 17,-2 0 0,0-1-1,-1-2 1,0 0 0,-2-2 0,-27 9-17,0-6-27,44-10-129,15-6-114,0-12-440,19-34 486,45-35-3,-17 12 17,22-35-9,-55 71 254,-8 20 119,-20 31 671,-53 35-364,-41 33-154,-53 59-215,148-136-440,0-1 0,0 0 0,-1 0 0,0-1 0,-1-1 0,1 0 0,-1 0 1,-11 3 347,-39 6-1169</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9AF620-F7E7-4E37-A9AE-9DD46392690F}" type="datetimeFigureOut">
              <a:rPr lang="en-US" smtClean="0"/>
              <a:t>8/5/2024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D62AB8-627D-4E3A-9613-13AD3F119361}" type="slidenum">
              <a:rPr lang="en-US" smtClean="0"/>
              <a:t>‹#›</a:t>
            </a:fld>
            <a:endParaRPr lang="en-US"/>
          </a:p>
        </p:txBody>
      </p:sp>
    </p:spTree>
    <p:extLst>
      <p:ext uri="{BB962C8B-B14F-4D97-AF65-F5344CB8AC3E}">
        <p14:creationId xmlns:p14="http://schemas.microsoft.com/office/powerpoint/2010/main" val="4069827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10-12 min presentation, 3-5 for questions</a:t>
            </a:r>
          </a:p>
          <a:p>
            <a:r>
              <a:rPr lang="en-US" dirty="0"/>
              <a:t>Welcome, SMH large collaborative effort</a:t>
            </a:r>
          </a:p>
        </p:txBody>
      </p:sp>
      <p:sp>
        <p:nvSpPr>
          <p:cNvPr id="4" name="Slide Number Placeholder 3"/>
          <p:cNvSpPr>
            <a:spLocks noGrp="1"/>
          </p:cNvSpPr>
          <p:nvPr>
            <p:ph type="sldNum" sz="quarter" idx="5"/>
          </p:nvPr>
        </p:nvSpPr>
        <p:spPr/>
        <p:txBody>
          <a:bodyPr/>
          <a:lstStyle/>
          <a:p>
            <a:fld id="{840FE9E3-8569-2441-A20B-22C2144BC397}" type="slidenum">
              <a:rPr lang="en-US" smtClean="0"/>
              <a:t>1</a:t>
            </a:fld>
            <a:endParaRPr lang="en-US"/>
          </a:p>
        </p:txBody>
      </p:sp>
    </p:spTree>
    <p:extLst>
      <p:ext uri="{BB962C8B-B14F-4D97-AF65-F5344CB8AC3E}">
        <p14:creationId xmlns:p14="http://schemas.microsoft.com/office/powerpoint/2010/main" val="28071419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958A4D-8FF3-450F-970B-2BB1244E94FF}" type="slidenum">
              <a:rPr lang="en-US" smtClean="0"/>
              <a:t>3</a:t>
            </a:fld>
            <a:endParaRPr lang="en-US"/>
          </a:p>
        </p:txBody>
      </p:sp>
    </p:spTree>
    <p:extLst>
      <p:ext uri="{BB962C8B-B14F-4D97-AF65-F5344CB8AC3E}">
        <p14:creationId xmlns:p14="http://schemas.microsoft.com/office/powerpoint/2010/main" val="8888477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this capture different goals and trying to do most of these simultaneously leads to tensions and challenges. </a:t>
            </a:r>
          </a:p>
        </p:txBody>
      </p:sp>
      <p:sp>
        <p:nvSpPr>
          <p:cNvPr id="4" name="Slide Number Placeholder 3"/>
          <p:cNvSpPr>
            <a:spLocks noGrp="1"/>
          </p:cNvSpPr>
          <p:nvPr>
            <p:ph type="sldNum" sz="quarter" idx="5"/>
          </p:nvPr>
        </p:nvSpPr>
        <p:spPr/>
        <p:txBody>
          <a:bodyPr/>
          <a:lstStyle/>
          <a:p>
            <a:fld id="{E9958A4D-8FF3-450F-970B-2BB1244E94FF}" type="slidenum">
              <a:rPr lang="en-US" smtClean="0"/>
              <a:t>11</a:t>
            </a:fld>
            <a:endParaRPr lang="en-US"/>
          </a:p>
        </p:txBody>
      </p:sp>
    </p:spTree>
    <p:extLst>
      <p:ext uri="{BB962C8B-B14F-4D97-AF65-F5344CB8AC3E}">
        <p14:creationId xmlns:p14="http://schemas.microsoft.com/office/powerpoint/2010/main" val="23921041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this capture different goals and trying to do most of these simultaneously leads to tensions and challenges. </a:t>
            </a:r>
          </a:p>
        </p:txBody>
      </p:sp>
      <p:sp>
        <p:nvSpPr>
          <p:cNvPr id="4" name="Slide Number Placeholder 3"/>
          <p:cNvSpPr>
            <a:spLocks noGrp="1"/>
          </p:cNvSpPr>
          <p:nvPr>
            <p:ph type="sldNum" sz="quarter" idx="5"/>
          </p:nvPr>
        </p:nvSpPr>
        <p:spPr/>
        <p:txBody>
          <a:bodyPr/>
          <a:lstStyle/>
          <a:p>
            <a:fld id="{E9958A4D-8FF3-450F-970B-2BB1244E94FF}" type="slidenum">
              <a:rPr lang="en-US" smtClean="0"/>
              <a:t>12</a:t>
            </a:fld>
            <a:endParaRPr lang="en-US"/>
          </a:p>
        </p:txBody>
      </p:sp>
    </p:spTree>
    <p:extLst>
      <p:ext uri="{BB962C8B-B14F-4D97-AF65-F5344CB8AC3E}">
        <p14:creationId xmlns:p14="http://schemas.microsoft.com/office/powerpoint/2010/main" val="25023046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958A4D-8FF3-450F-970B-2BB1244E94FF}" type="slidenum">
              <a:rPr lang="en-US" smtClean="0"/>
              <a:t>15</a:t>
            </a:fld>
            <a:endParaRPr lang="en-US"/>
          </a:p>
        </p:txBody>
      </p:sp>
    </p:spTree>
    <p:extLst>
      <p:ext uri="{BB962C8B-B14F-4D97-AF65-F5344CB8AC3E}">
        <p14:creationId xmlns:p14="http://schemas.microsoft.com/office/powerpoint/2010/main" val="39250271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D62AB8-627D-4E3A-9613-13AD3F119361}" type="slidenum">
              <a:rPr lang="en-US" smtClean="0"/>
              <a:t>16</a:t>
            </a:fld>
            <a:endParaRPr lang="en-US"/>
          </a:p>
        </p:txBody>
      </p:sp>
    </p:spTree>
    <p:extLst>
      <p:ext uri="{BB962C8B-B14F-4D97-AF65-F5344CB8AC3E}">
        <p14:creationId xmlns:p14="http://schemas.microsoft.com/office/powerpoint/2010/main" val="25247057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D62AB8-627D-4E3A-9613-13AD3F119361}" type="slidenum">
              <a:rPr lang="en-US" smtClean="0"/>
              <a:t>25</a:t>
            </a:fld>
            <a:endParaRPr lang="en-US"/>
          </a:p>
        </p:txBody>
      </p:sp>
    </p:spTree>
    <p:extLst>
      <p:ext uri="{BB962C8B-B14F-4D97-AF65-F5344CB8AC3E}">
        <p14:creationId xmlns:p14="http://schemas.microsoft.com/office/powerpoint/2010/main" val="10654018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D62AB8-627D-4E3A-9613-13AD3F119361}" type="slidenum">
              <a:rPr lang="en-US" smtClean="0"/>
              <a:t>30</a:t>
            </a:fld>
            <a:endParaRPr lang="en-US"/>
          </a:p>
        </p:txBody>
      </p:sp>
    </p:spTree>
    <p:extLst>
      <p:ext uri="{BB962C8B-B14F-4D97-AF65-F5344CB8AC3E}">
        <p14:creationId xmlns:p14="http://schemas.microsoft.com/office/powerpoint/2010/main" val="31600022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3DA4A9-580A-764A-8739-4EEBA1CA1B72}" type="slidenum">
              <a:rPr lang="en-US" smtClean="0"/>
              <a:t>32</a:t>
            </a:fld>
            <a:endParaRPr lang="en-US"/>
          </a:p>
        </p:txBody>
      </p:sp>
    </p:spTree>
    <p:extLst>
      <p:ext uri="{BB962C8B-B14F-4D97-AF65-F5344CB8AC3E}">
        <p14:creationId xmlns:p14="http://schemas.microsoft.com/office/powerpoint/2010/main" val="39118428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this capture different goals and trying to do most of these simultaneously leads to tensions and challenges. </a:t>
            </a:r>
          </a:p>
        </p:txBody>
      </p:sp>
      <p:sp>
        <p:nvSpPr>
          <p:cNvPr id="4" name="Slide Number Placeholder 3"/>
          <p:cNvSpPr>
            <a:spLocks noGrp="1"/>
          </p:cNvSpPr>
          <p:nvPr>
            <p:ph type="sldNum" sz="quarter" idx="5"/>
          </p:nvPr>
        </p:nvSpPr>
        <p:spPr/>
        <p:txBody>
          <a:bodyPr/>
          <a:lstStyle/>
          <a:p>
            <a:fld id="{E9958A4D-8FF3-450F-970B-2BB1244E94FF}" type="slidenum">
              <a:rPr lang="en-US" smtClean="0"/>
              <a:t>35</a:t>
            </a:fld>
            <a:endParaRPr lang="en-US"/>
          </a:p>
        </p:txBody>
      </p:sp>
    </p:spTree>
    <p:extLst>
      <p:ext uri="{BB962C8B-B14F-4D97-AF65-F5344CB8AC3E}">
        <p14:creationId xmlns:p14="http://schemas.microsoft.com/office/powerpoint/2010/main" val="4196810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21849-02BB-EAA9-2A55-4C4CBC7CC66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33BD3F2-9A9D-8ADE-B30A-9DA05C5C87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8742A97-F479-81BF-62BB-69925F234DD3}"/>
              </a:ext>
            </a:extLst>
          </p:cNvPr>
          <p:cNvSpPr>
            <a:spLocks noGrp="1"/>
          </p:cNvSpPr>
          <p:nvPr>
            <p:ph type="dt" sz="half" idx="10"/>
          </p:nvPr>
        </p:nvSpPr>
        <p:spPr/>
        <p:txBody>
          <a:bodyPr/>
          <a:lstStyle/>
          <a:p>
            <a:fld id="{9D4AC068-5BD8-49F5-B011-38EB513301A5}" type="datetimeFigureOut">
              <a:rPr lang="en-US" smtClean="0"/>
              <a:t>8/5/2024</a:t>
            </a:fld>
            <a:endParaRPr lang="en-US"/>
          </a:p>
        </p:txBody>
      </p:sp>
      <p:sp>
        <p:nvSpPr>
          <p:cNvPr id="5" name="Footer Placeholder 4">
            <a:extLst>
              <a:ext uri="{FF2B5EF4-FFF2-40B4-BE49-F238E27FC236}">
                <a16:creationId xmlns:a16="http://schemas.microsoft.com/office/drawing/2014/main" id="{4F743EED-F861-A5D8-AFCD-F744553F67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2D3301-8554-09B8-BC9C-7D8D01AFE2DF}"/>
              </a:ext>
            </a:extLst>
          </p:cNvPr>
          <p:cNvSpPr>
            <a:spLocks noGrp="1"/>
          </p:cNvSpPr>
          <p:nvPr>
            <p:ph type="sldNum" sz="quarter" idx="12"/>
          </p:nvPr>
        </p:nvSpPr>
        <p:spPr/>
        <p:txBody>
          <a:bodyPr/>
          <a:lstStyle/>
          <a:p>
            <a:fld id="{9FF22565-85C7-47CF-9E5B-8A5C64BFDFAF}" type="slidenum">
              <a:rPr lang="en-US" smtClean="0"/>
              <a:t>‹#›</a:t>
            </a:fld>
            <a:endParaRPr lang="en-US"/>
          </a:p>
        </p:txBody>
      </p:sp>
    </p:spTree>
    <p:extLst>
      <p:ext uri="{BB962C8B-B14F-4D97-AF65-F5344CB8AC3E}">
        <p14:creationId xmlns:p14="http://schemas.microsoft.com/office/powerpoint/2010/main" val="2261811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96763-36F0-246F-3959-1139F33B789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FFC760-48FE-1FBC-5019-C971B5BCB2F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A2FD00-2743-FBE3-FC06-782104E5FD7F}"/>
              </a:ext>
            </a:extLst>
          </p:cNvPr>
          <p:cNvSpPr>
            <a:spLocks noGrp="1"/>
          </p:cNvSpPr>
          <p:nvPr>
            <p:ph type="dt" sz="half" idx="10"/>
          </p:nvPr>
        </p:nvSpPr>
        <p:spPr/>
        <p:txBody>
          <a:bodyPr/>
          <a:lstStyle/>
          <a:p>
            <a:fld id="{9D4AC068-5BD8-49F5-B011-38EB513301A5}" type="datetimeFigureOut">
              <a:rPr lang="en-US" smtClean="0"/>
              <a:t>8/5/2024</a:t>
            </a:fld>
            <a:endParaRPr lang="en-US"/>
          </a:p>
        </p:txBody>
      </p:sp>
      <p:sp>
        <p:nvSpPr>
          <p:cNvPr id="5" name="Footer Placeholder 4">
            <a:extLst>
              <a:ext uri="{FF2B5EF4-FFF2-40B4-BE49-F238E27FC236}">
                <a16:creationId xmlns:a16="http://schemas.microsoft.com/office/drawing/2014/main" id="{AFB3ED57-F19A-A69A-0D07-6EB7B51AD8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BD17F9-D5AB-3092-2116-C5886DBBDE02}"/>
              </a:ext>
            </a:extLst>
          </p:cNvPr>
          <p:cNvSpPr>
            <a:spLocks noGrp="1"/>
          </p:cNvSpPr>
          <p:nvPr>
            <p:ph type="sldNum" sz="quarter" idx="12"/>
          </p:nvPr>
        </p:nvSpPr>
        <p:spPr/>
        <p:txBody>
          <a:bodyPr/>
          <a:lstStyle/>
          <a:p>
            <a:fld id="{9FF22565-85C7-47CF-9E5B-8A5C64BFDFAF}" type="slidenum">
              <a:rPr lang="en-US" smtClean="0"/>
              <a:t>‹#›</a:t>
            </a:fld>
            <a:endParaRPr lang="en-US"/>
          </a:p>
        </p:txBody>
      </p:sp>
    </p:spTree>
    <p:extLst>
      <p:ext uri="{BB962C8B-B14F-4D97-AF65-F5344CB8AC3E}">
        <p14:creationId xmlns:p14="http://schemas.microsoft.com/office/powerpoint/2010/main" val="12888295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A1C14-AC84-D620-BBB3-CBCC4C6D54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04763A9-ABD5-BA99-5B46-AE8359797AC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9430FB-2A28-3EE4-DCEA-E0E696BD2B62}"/>
              </a:ext>
            </a:extLst>
          </p:cNvPr>
          <p:cNvSpPr>
            <a:spLocks noGrp="1"/>
          </p:cNvSpPr>
          <p:nvPr>
            <p:ph type="dt" sz="half" idx="10"/>
          </p:nvPr>
        </p:nvSpPr>
        <p:spPr/>
        <p:txBody>
          <a:bodyPr/>
          <a:lstStyle/>
          <a:p>
            <a:fld id="{9D4AC068-5BD8-49F5-B011-38EB513301A5}" type="datetimeFigureOut">
              <a:rPr lang="en-US" smtClean="0"/>
              <a:t>8/5/2024</a:t>
            </a:fld>
            <a:endParaRPr lang="en-US"/>
          </a:p>
        </p:txBody>
      </p:sp>
      <p:sp>
        <p:nvSpPr>
          <p:cNvPr id="5" name="Footer Placeholder 4">
            <a:extLst>
              <a:ext uri="{FF2B5EF4-FFF2-40B4-BE49-F238E27FC236}">
                <a16:creationId xmlns:a16="http://schemas.microsoft.com/office/drawing/2014/main" id="{BA381EC1-E537-2F11-7171-41C191962C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7FEA6B-66C5-A0B3-3BAC-E17607E161B1}"/>
              </a:ext>
            </a:extLst>
          </p:cNvPr>
          <p:cNvSpPr>
            <a:spLocks noGrp="1"/>
          </p:cNvSpPr>
          <p:nvPr>
            <p:ph type="sldNum" sz="quarter" idx="12"/>
          </p:nvPr>
        </p:nvSpPr>
        <p:spPr/>
        <p:txBody>
          <a:bodyPr/>
          <a:lstStyle/>
          <a:p>
            <a:fld id="{9FF22565-85C7-47CF-9E5B-8A5C64BFDFAF}" type="slidenum">
              <a:rPr lang="en-US" smtClean="0"/>
              <a:t>‹#›</a:t>
            </a:fld>
            <a:endParaRPr lang="en-US"/>
          </a:p>
        </p:txBody>
      </p:sp>
    </p:spTree>
    <p:extLst>
      <p:ext uri="{BB962C8B-B14F-4D97-AF65-F5344CB8AC3E}">
        <p14:creationId xmlns:p14="http://schemas.microsoft.com/office/powerpoint/2010/main" val="364368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CEBA6-908F-58E0-0ADC-4CF1F6D9B4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A1DE98-BB65-1238-C1AA-CD6CC85CE2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CD499C6-FDD9-CD5B-B643-F802241572E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DD524D1-9676-C9C9-3B4C-6C0F3B0ACB26}"/>
              </a:ext>
            </a:extLst>
          </p:cNvPr>
          <p:cNvSpPr>
            <a:spLocks noGrp="1"/>
          </p:cNvSpPr>
          <p:nvPr>
            <p:ph type="dt" sz="half" idx="10"/>
          </p:nvPr>
        </p:nvSpPr>
        <p:spPr/>
        <p:txBody>
          <a:bodyPr/>
          <a:lstStyle/>
          <a:p>
            <a:fld id="{9D4AC068-5BD8-49F5-B011-38EB513301A5}" type="datetimeFigureOut">
              <a:rPr lang="en-US" smtClean="0"/>
              <a:t>8/5/2024</a:t>
            </a:fld>
            <a:endParaRPr lang="en-US"/>
          </a:p>
        </p:txBody>
      </p:sp>
      <p:sp>
        <p:nvSpPr>
          <p:cNvPr id="6" name="Footer Placeholder 5">
            <a:extLst>
              <a:ext uri="{FF2B5EF4-FFF2-40B4-BE49-F238E27FC236}">
                <a16:creationId xmlns:a16="http://schemas.microsoft.com/office/drawing/2014/main" id="{B6D5AFC2-3A1A-0F86-66F3-013FB022E1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DC1F45-F1B8-49D3-E987-E196D7784F5D}"/>
              </a:ext>
            </a:extLst>
          </p:cNvPr>
          <p:cNvSpPr>
            <a:spLocks noGrp="1"/>
          </p:cNvSpPr>
          <p:nvPr>
            <p:ph type="sldNum" sz="quarter" idx="12"/>
          </p:nvPr>
        </p:nvSpPr>
        <p:spPr/>
        <p:txBody>
          <a:bodyPr/>
          <a:lstStyle/>
          <a:p>
            <a:fld id="{9FF22565-85C7-47CF-9E5B-8A5C64BFDFAF}" type="slidenum">
              <a:rPr lang="en-US" smtClean="0"/>
              <a:t>‹#›</a:t>
            </a:fld>
            <a:endParaRPr lang="en-US"/>
          </a:p>
        </p:txBody>
      </p:sp>
    </p:spTree>
    <p:extLst>
      <p:ext uri="{BB962C8B-B14F-4D97-AF65-F5344CB8AC3E}">
        <p14:creationId xmlns:p14="http://schemas.microsoft.com/office/powerpoint/2010/main" val="3899314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D0172-FF2F-D926-DD7C-37D3C6E5EE1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B4D037E-B9AE-8079-0145-6CE0CA26931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F66C0D9-4F38-EB60-0C66-5F3C941516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BA405E4-66C5-01A1-42B5-245F257EE7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F22982-02FC-2FCD-0596-0ED5FC7058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981B69A-366F-E0E9-BBEC-61118315A5E1}"/>
              </a:ext>
            </a:extLst>
          </p:cNvPr>
          <p:cNvSpPr>
            <a:spLocks noGrp="1"/>
          </p:cNvSpPr>
          <p:nvPr>
            <p:ph type="dt" sz="half" idx="10"/>
          </p:nvPr>
        </p:nvSpPr>
        <p:spPr/>
        <p:txBody>
          <a:bodyPr/>
          <a:lstStyle/>
          <a:p>
            <a:fld id="{9D4AC068-5BD8-49F5-B011-38EB513301A5}" type="datetimeFigureOut">
              <a:rPr lang="en-US" smtClean="0"/>
              <a:t>8/5/2024</a:t>
            </a:fld>
            <a:endParaRPr lang="en-US"/>
          </a:p>
        </p:txBody>
      </p:sp>
      <p:sp>
        <p:nvSpPr>
          <p:cNvPr id="8" name="Footer Placeholder 7">
            <a:extLst>
              <a:ext uri="{FF2B5EF4-FFF2-40B4-BE49-F238E27FC236}">
                <a16:creationId xmlns:a16="http://schemas.microsoft.com/office/drawing/2014/main" id="{52A0C5B5-0E51-571E-06AF-95450CF9794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833579-FDB6-0A6C-C1A0-B6CA9D9DD578}"/>
              </a:ext>
            </a:extLst>
          </p:cNvPr>
          <p:cNvSpPr>
            <a:spLocks noGrp="1"/>
          </p:cNvSpPr>
          <p:nvPr>
            <p:ph type="sldNum" sz="quarter" idx="12"/>
          </p:nvPr>
        </p:nvSpPr>
        <p:spPr/>
        <p:txBody>
          <a:bodyPr/>
          <a:lstStyle/>
          <a:p>
            <a:fld id="{9FF22565-85C7-47CF-9E5B-8A5C64BFDFAF}" type="slidenum">
              <a:rPr lang="en-US" smtClean="0"/>
              <a:t>‹#›</a:t>
            </a:fld>
            <a:endParaRPr lang="en-US"/>
          </a:p>
        </p:txBody>
      </p:sp>
    </p:spTree>
    <p:extLst>
      <p:ext uri="{BB962C8B-B14F-4D97-AF65-F5344CB8AC3E}">
        <p14:creationId xmlns:p14="http://schemas.microsoft.com/office/powerpoint/2010/main" val="42722641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0A862-D14C-9FE5-0A02-60BF2A0314D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D69AC0B-6C09-BAE5-2B76-1F092EF502A4}"/>
              </a:ext>
            </a:extLst>
          </p:cNvPr>
          <p:cNvSpPr>
            <a:spLocks noGrp="1"/>
          </p:cNvSpPr>
          <p:nvPr>
            <p:ph type="dt" sz="half" idx="10"/>
          </p:nvPr>
        </p:nvSpPr>
        <p:spPr/>
        <p:txBody>
          <a:bodyPr/>
          <a:lstStyle/>
          <a:p>
            <a:fld id="{9D4AC068-5BD8-49F5-B011-38EB513301A5}" type="datetimeFigureOut">
              <a:rPr lang="en-US" smtClean="0"/>
              <a:t>8/5/2024</a:t>
            </a:fld>
            <a:endParaRPr lang="en-US"/>
          </a:p>
        </p:txBody>
      </p:sp>
      <p:sp>
        <p:nvSpPr>
          <p:cNvPr id="4" name="Footer Placeholder 3">
            <a:extLst>
              <a:ext uri="{FF2B5EF4-FFF2-40B4-BE49-F238E27FC236}">
                <a16:creationId xmlns:a16="http://schemas.microsoft.com/office/drawing/2014/main" id="{37A27F48-F7A8-E5BF-60D0-23472DE69B6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4BE719C-953B-938E-6778-59EBAB8FC2CE}"/>
              </a:ext>
            </a:extLst>
          </p:cNvPr>
          <p:cNvSpPr>
            <a:spLocks noGrp="1"/>
          </p:cNvSpPr>
          <p:nvPr>
            <p:ph type="sldNum" sz="quarter" idx="12"/>
          </p:nvPr>
        </p:nvSpPr>
        <p:spPr/>
        <p:txBody>
          <a:bodyPr/>
          <a:lstStyle/>
          <a:p>
            <a:fld id="{9FF22565-85C7-47CF-9E5B-8A5C64BFDFAF}" type="slidenum">
              <a:rPr lang="en-US" smtClean="0"/>
              <a:t>‹#›</a:t>
            </a:fld>
            <a:endParaRPr lang="en-US"/>
          </a:p>
        </p:txBody>
      </p:sp>
    </p:spTree>
    <p:extLst>
      <p:ext uri="{BB962C8B-B14F-4D97-AF65-F5344CB8AC3E}">
        <p14:creationId xmlns:p14="http://schemas.microsoft.com/office/powerpoint/2010/main" val="31493073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0D5A14-7A3E-ED01-DC3B-54B99DA38761}"/>
              </a:ext>
            </a:extLst>
          </p:cNvPr>
          <p:cNvSpPr>
            <a:spLocks noGrp="1"/>
          </p:cNvSpPr>
          <p:nvPr>
            <p:ph type="dt" sz="half" idx="10"/>
          </p:nvPr>
        </p:nvSpPr>
        <p:spPr/>
        <p:txBody>
          <a:bodyPr/>
          <a:lstStyle/>
          <a:p>
            <a:fld id="{9D4AC068-5BD8-49F5-B011-38EB513301A5}" type="datetimeFigureOut">
              <a:rPr lang="en-US" smtClean="0"/>
              <a:t>8/5/2024</a:t>
            </a:fld>
            <a:endParaRPr lang="en-US"/>
          </a:p>
        </p:txBody>
      </p:sp>
      <p:sp>
        <p:nvSpPr>
          <p:cNvPr id="3" name="Footer Placeholder 2">
            <a:extLst>
              <a:ext uri="{FF2B5EF4-FFF2-40B4-BE49-F238E27FC236}">
                <a16:creationId xmlns:a16="http://schemas.microsoft.com/office/drawing/2014/main" id="{26AC9A8B-FDD9-F9C5-8FFD-2DE0AAA29B2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B9F0E9-80CF-4F54-3466-CE284F90B19E}"/>
              </a:ext>
            </a:extLst>
          </p:cNvPr>
          <p:cNvSpPr>
            <a:spLocks noGrp="1"/>
          </p:cNvSpPr>
          <p:nvPr>
            <p:ph type="sldNum" sz="quarter" idx="12"/>
          </p:nvPr>
        </p:nvSpPr>
        <p:spPr/>
        <p:txBody>
          <a:bodyPr/>
          <a:lstStyle/>
          <a:p>
            <a:fld id="{9FF22565-85C7-47CF-9E5B-8A5C64BFDFAF}" type="slidenum">
              <a:rPr lang="en-US" smtClean="0"/>
              <a:t>‹#›</a:t>
            </a:fld>
            <a:endParaRPr lang="en-US"/>
          </a:p>
        </p:txBody>
      </p:sp>
    </p:spTree>
    <p:extLst>
      <p:ext uri="{BB962C8B-B14F-4D97-AF65-F5344CB8AC3E}">
        <p14:creationId xmlns:p14="http://schemas.microsoft.com/office/powerpoint/2010/main" val="27859198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2E500-6A82-45DD-8772-A26C7DDCE4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FE851A6-BBA8-4017-8F6D-D2DF0CA777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BAAD9D6-FD5B-3463-C3D5-F719030FAD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73C089-536F-A641-43A0-7F23E6045D49}"/>
              </a:ext>
            </a:extLst>
          </p:cNvPr>
          <p:cNvSpPr>
            <a:spLocks noGrp="1"/>
          </p:cNvSpPr>
          <p:nvPr>
            <p:ph type="dt" sz="half" idx="10"/>
          </p:nvPr>
        </p:nvSpPr>
        <p:spPr/>
        <p:txBody>
          <a:bodyPr/>
          <a:lstStyle/>
          <a:p>
            <a:fld id="{9D4AC068-5BD8-49F5-B011-38EB513301A5}" type="datetimeFigureOut">
              <a:rPr lang="en-US" smtClean="0"/>
              <a:t>8/5/2024</a:t>
            </a:fld>
            <a:endParaRPr lang="en-US"/>
          </a:p>
        </p:txBody>
      </p:sp>
      <p:sp>
        <p:nvSpPr>
          <p:cNvPr id="6" name="Footer Placeholder 5">
            <a:extLst>
              <a:ext uri="{FF2B5EF4-FFF2-40B4-BE49-F238E27FC236}">
                <a16:creationId xmlns:a16="http://schemas.microsoft.com/office/drawing/2014/main" id="{5F5FB96D-AC1A-71CC-4489-5FB282B038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4928A3-A1E4-782C-92D7-AEE774A779F8}"/>
              </a:ext>
            </a:extLst>
          </p:cNvPr>
          <p:cNvSpPr>
            <a:spLocks noGrp="1"/>
          </p:cNvSpPr>
          <p:nvPr>
            <p:ph type="sldNum" sz="quarter" idx="12"/>
          </p:nvPr>
        </p:nvSpPr>
        <p:spPr/>
        <p:txBody>
          <a:bodyPr/>
          <a:lstStyle/>
          <a:p>
            <a:fld id="{9FF22565-85C7-47CF-9E5B-8A5C64BFDFAF}" type="slidenum">
              <a:rPr lang="en-US" smtClean="0"/>
              <a:t>‹#›</a:t>
            </a:fld>
            <a:endParaRPr lang="en-US"/>
          </a:p>
        </p:txBody>
      </p:sp>
    </p:spTree>
    <p:extLst>
      <p:ext uri="{BB962C8B-B14F-4D97-AF65-F5344CB8AC3E}">
        <p14:creationId xmlns:p14="http://schemas.microsoft.com/office/powerpoint/2010/main" val="22986487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C70EB-ADA4-6A1A-226E-0E0005F7B9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0643A5-F76A-75DA-0B81-EEBD88719A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C9FCAA-4338-0432-80E3-D5296ABF2E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9BE745-6AA0-9322-B79B-12AB1480832B}"/>
              </a:ext>
            </a:extLst>
          </p:cNvPr>
          <p:cNvSpPr>
            <a:spLocks noGrp="1"/>
          </p:cNvSpPr>
          <p:nvPr>
            <p:ph type="dt" sz="half" idx="10"/>
          </p:nvPr>
        </p:nvSpPr>
        <p:spPr/>
        <p:txBody>
          <a:bodyPr/>
          <a:lstStyle/>
          <a:p>
            <a:fld id="{9D4AC068-5BD8-49F5-B011-38EB513301A5}" type="datetimeFigureOut">
              <a:rPr lang="en-US" smtClean="0"/>
              <a:t>8/5/2024</a:t>
            </a:fld>
            <a:endParaRPr lang="en-US"/>
          </a:p>
        </p:txBody>
      </p:sp>
      <p:sp>
        <p:nvSpPr>
          <p:cNvPr id="6" name="Footer Placeholder 5">
            <a:extLst>
              <a:ext uri="{FF2B5EF4-FFF2-40B4-BE49-F238E27FC236}">
                <a16:creationId xmlns:a16="http://schemas.microsoft.com/office/drawing/2014/main" id="{8DF6914A-E558-6B44-05ED-92D753F1C9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92D42F-8B8C-5B02-A1C8-2849557A22DD}"/>
              </a:ext>
            </a:extLst>
          </p:cNvPr>
          <p:cNvSpPr>
            <a:spLocks noGrp="1"/>
          </p:cNvSpPr>
          <p:nvPr>
            <p:ph type="sldNum" sz="quarter" idx="12"/>
          </p:nvPr>
        </p:nvSpPr>
        <p:spPr/>
        <p:txBody>
          <a:bodyPr/>
          <a:lstStyle/>
          <a:p>
            <a:fld id="{9FF22565-85C7-47CF-9E5B-8A5C64BFDFAF}" type="slidenum">
              <a:rPr lang="en-US" smtClean="0"/>
              <a:t>‹#›</a:t>
            </a:fld>
            <a:endParaRPr lang="en-US"/>
          </a:p>
        </p:txBody>
      </p:sp>
    </p:spTree>
    <p:extLst>
      <p:ext uri="{BB962C8B-B14F-4D97-AF65-F5344CB8AC3E}">
        <p14:creationId xmlns:p14="http://schemas.microsoft.com/office/powerpoint/2010/main" val="3473705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AB49-7DAA-180C-4871-7BE25D67E44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B7FF86-201B-DC9E-EA78-7BB47639E8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62D878-2322-4101-94E0-E3BBCE36C8D5}"/>
              </a:ext>
            </a:extLst>
          </p:cNvPr>
          <p:cNvSpPr>
            <a:spLocks noGrp="1"/>
          </p:cNvSpPr>
          <p:nvPr>
            <p:ph type="dt" sz="half" idx="10"/>
          </p:nvPr>
        </p:nvSpPr>
        <p:spPr/>
        <p:txBody>
          <a:bodyPr/>
          <a:lstStyle/>
          <a:p>
            <a:fld id="{9D4AC068-5BD8-49F5-B011-38EB513301A5}" type="datetimeFigureOut">
              <a:rPr lang="en-US" smtClean="0"/>
              <a:t>8/5/2024</a:t>
            </a:fld>
            <a:endParaRPr lang="en-US"/>
          </a:p>
        </p:txBody>
      </p:sp>
      <p:sp>
        <p:nvSpPr>
          <p:cNvPr id="5" name="Footer Placeholder 4">
            <a:extLst>
              <a:ext uri="{FF2B5EF4-FFF2-40B4-BE49-F238E27FC236}">
                <a16:creationId xmlns:a16="http://schemas.microsoft.com/office/drawing/2014/main" id="{C0F5B83B-F559-DE39-0550-AF31D5AC3A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52FE99-5DF0-9F37-FB72-682A4FA49563}"/>
              </a:ext>
            </a:extLst>
          </p:cNvPr>
          <p:cNvSpPr>
            <a:spLocks noGrp="1"/>
          </p:cNvSpPr>
          <p:nvPr>
            <p:ph type="sldNum" sz="quarter" idx="12"/>
          </p:nvPr>
        </p:nvSpPr>
        <p:spPr/>
        <p:txBody>
          <a:bodyPr/>
          <a:lstStyle/>
          <a:p>
            <a:fld id="{9FF22565-85C7-47CF-9E5B-8A5C64BFDFAF}" type="slidenum">
              <a:rPr lang="en-US" smtClean="0"/>
              <a:t>‹#›</a:t>
            </a:fld>
            <a:endParaRPr lang="en-US"/>
          </a:p>
        </p:txBody>
      </p:sp>
    </p:spTree>
    <p:extLst>
      <p:ext uri="{BB962C8B-B14F-4D97-AF65-F5344CB8AC3E}">
        <p14:creationId xmlns:p14="http://schemas.microsoft.com/office/powerpoint/2010/main" val="1004178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ECB892-CA5A-D5E5-B822-DBBB89482E5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EC370E5-8F6F-73BE-AFB2-76F278D6AE8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8D25B5-2C64-00BC-88B0-0A41EFA4C5DE}"/>
              </a:ext>
            </a:extLst>
          </p:cNvPr>
          <p:cNvSpPr>
            <a:spLocks noGrp="1"/>
          </p:cNvSpPr>
          <p:nvPr>
            <p:ph type="dt" sz="half" idx="10"/>
          </p:nvPr>
        </p:nvSpPr>
        <p:spPr/>
        <p:txBody>
          <a:bodyPr/>
          <a:lstStyle/>
          <a:p>
            <a:fld id="{9D4AC068-5BD8-49F5-B011-38EB513301A5}" type="datetimeFigureOut">
              <a:rPr lang="en-US" smtClean="0"/>
              <a:t>8/5/2024</a:t>
            </a:fld>
            <a:endParaRPr lang="en-US"/>
          </a:p>
        </p:txBody>
      </p:sp>
      <p:sp>
        <p:nvSpPr>
          <p:cNvPr id="5" name="Footer Placeholder 4">
            <a:extLst>
              <a:ext uri="{FF2B5EF4-FFF2-40B4-BE49-F238E27FC236}">
                <a16:creationId xmlns:a16="http://schemas.microsoft.com/office/drawing/2014/main" id="{7DEFD333-C374-851A-FB4E-267EF4F520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6761C8-02A5-C90E-05D0-8E8FAE37BF75}"/>
              </a:ext>
            </a:extLst>
          </p:cNvPr>
          <p:cNvSpPr>
            <a:spLocks noGrp="1"/>
          </p:cNvSpPr>
          <p:nvPr>
            <p:ph type="sldNum" sz="quarter" idx="12"/>
          </p:nvPr>
        </p:nvSpPr>
        <p:spPr/>
        <p:txBody>
          <a:bodyPr/>
          <a:lstStyle/>
          <a:p>
            <a:fld id="{9FF22565-85C7-47CF-9E5B-8A5C64BFDFAF}" type="slidenum">
              <a:rPr lang="en-US" smtClean="0"/>
              <a:t>‹#›</a:t>
            </a:fld>
            <a:endParaRPr lang="en-US"/>
          </a:p>
        </p:txBody>
      </p:sp>
    </p:spTree>
    <p:extLst>
      <p:ext uri="{BB962C8B-B14F-4D97-AF65-F5344CB8AC3E}">
        <p14:creationId xmlns:p14="http://schemas.microsoft.com/office/powerpoint/2010/main" val="2021376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Content A">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a:xfrm>
            <a:off x="8981185" y="6216212"/>
            <a:ext cx="2707895" cy="246221"/>
          </a:xfrm>
        </p:spPr>
        <p:txBody>
          <a:bodyPr>
            <a:noAutofit/>
          </a:bodyPr>
          <a:lstStyle>
            <a:lvl1pPr>
              <a:defRPr lang="en-US" sz="1200" b="0" kern="1200" smtClean="0">
                <a:solidFill>
                  <a:schemeClr val="bg2">
                    <a:lumMod val="75000"/>
                  </a:schemeClr>
                </a:solidFill>
                <a:latin typeface="+mn-lt"/>
                <a:ea typeface="+mn-ea"/>
                <a:cs typeface="+mn-cs"/>
              </a:defRPr>
            </a:lvl1pPr>
          </a:lstStyle>
          <a:p>
            <a:fld id="{6D6E361B-DFCA-824D-BA63-ADCED3B41986}" type="slidenum">
              <a:rPr lang="en-US" smtClean="0"/>
              <a:pPr/>
              <a:t>‹#›</a:t>
            </a:fld>
            <a:endParaRPr lang="en-US" dirty="0"/>
          </a:p>
        </p:txBody>
      </p:sp>
      <p:sp>
        <p:nvSpPr>
          <p:cNvPr id="26" name="Title 16"/>
          <p:cNvSpPr>
            <a:spLocks noGrp="1"/>
          </p:cNvSpPr>
          <p:nvPr>
            <p:ph type="title"/>
          </p:nvPr>
        </p:nvSpPr>
        <p:spPr>
          <a:xfrm>
            <a:off x="499176" y="969825"/>
            <a:ext cx="11189904" cy="723899"/>
          </a:xfrm>
        </p:spPr>
        <p:txBody>
          <a:bodyPr>
            <a:noAutofit/>
          </a:bodyPr>
          <a:lstStyle/>
          <a:p>
            <a:r>
              <a:rPr lang="en-US" dirty="0"/>
              <a:t>Click to edit Master title style</a:t>
            </a:r>
          </a:p>
        </p:txBody>
      </p:sp>
      <p:sp>
        <p:nvSpPr>
          <p:cNvPr id="6" name="Text Placeholder 5">
            <a:extLst>
              <a:ext uri="{FF2B5EF4-FFF2-40B4-BE49-F238E27FC236}">
                <a16:creationId xmlns:a16="http://schemas.microsoft.com/office/drawing/2014/main" id="{6B65FB38-CF8E-EC49-9B9C-9C905814BC92}"/>
              </a:ext>
            </a:extLst>
          </p:cNvPr>
          <p:cNvSpPr>
            <a:spLocks noGrp="1"/>
          </p:cNvSpPr>
          <p:nvPr>
            <p:ph type="body" sz="quarter" idx="16" hasCustomPrompt="1"/>
          </p:nvPr>
        </p:nvSpPr>
        <p:spPr>
          <a:xfrm>
            <a:off x="513485" y="626912"/>
            <a:ext cx="11190288" cy="228600"/>
          </a:xfrm>
        </p:spPr>
        <p:txBody>
          <a:bodyPr>
            <a:noAutofit/>
          </a:bodyPr>
          <a:lstStyle>
            <a:lvl1pPr marL="0" indent="0">
              <a:buNone/>
              <a:defRPr sz="1800" b="1" cap="all" spc="170" baseline="0">
                <a:solidFill>
                  <a:schemeClr val="accent1"/>
                </a:solidFill>
              </a:defRPr>
            </a:lvl1pPr>
          </a:lstStyle>
          <a:p>
            <a:pPr lvl="0"/>
            <a:r>
              <a:rPr lang="en-US" dirty="0"/>
              <a:t>Subtitle</a:t>
            </a:r>
          </a:p>
        </p:txBody>
      </p:sp>
      <p:sp>
        <p:nvSpPr>
          <p:cNvPr id="4" name="Table Placeholder 3">
            <a:extLst>
              <a:ext uri="{FF2B5EF4-FFF2-40B4-BE49-F238E27FC236}">
                <a16:creationId xmlns:a16="http://schemas.microsoft.com/office/drawing/2014/main" id="{C98C1B8D-FFEF-2242-B9B5-3F30CF41DD56}"/>
              </a:ext>
            </a:extLst>
          </p:cNvPr>
          <p:cNvSpPr>
            <a:spLocks noGrp="1"/>
          </p:cNvSpPr>
          <p:nvPr>
            <p:ph type="tbl" sz="quarter" idx="17"/>
          </p:nvPr>
        </p:nvSpPr>
        <p:spPr>
          <a:xfrm>
            <a:off x="609600" y="2209800"/>
            <a:ext cx="10972800" cy="4000500"/>
          </a:xfrm>
        </p:spPr>
        <p:txBody>
          <a:bodyPr>
            <a:noAutofit/>
          </a:bodyPr>
          <a:lstStyle/>
          <a:p>
            <a:endParaRPr lang="en-US"/>
          </a:p>
        </p:txBody>
      </p:sp>
      <p:sp>
        <p:nvSpPr>
          <p:cNvPr id="7" name="TextBox 6">
            <a:extLst>
              <a:ext uri="{FF2B5EF4-FFF2-40B4-BE49-F238E27FC236}">
                <a16:creationId xmlns:a16="http://schemas.microsoft.com/office/drawing/2014/main" id="{E3A3DA83-43E4-7142-82E1-46053E45A21F}"/>
              </a:ext>
            </a:extLst>
          </p:cNvPr>
          <p:cNvSpPr txBox="1"/>
          <p:nvPr userDrawn="1"/>
        </p:nvSpPr>
        <p:spPr>
          <a:xfrm>
            <a:off x="531038" y="6226999"/>
            <a:ext cx="7159102" cy="276999"/>
          </a:xfrm>
          <a:prstGeom prst="rect">
            <a:avLst/>
          </a:prstGeom>
          <a:noFill/>
        </p:spPr>
        <p:txBody>
          <a:bodyPr wrap="square" rtlCol="0" anchor="ctr" anchorCtr="0">
            <a:spAutoFit/>
          </a:bodyPr>
          <a:lstStyle/>
          <a:p>
            <a:r>
              <a:rPr lang="en-US" sz="1200" b="0" spc="180" baseline="0" dirty="0">
                <a:solidFill>
                  <a:schemeClr val="bg2">
                    <a:lumMod val="75000"/>
                  </a:schemeClr>
                </a:solidFill>
              </a:rPr>
              <a:t>THE UNIVERSITY OF NORTH CAROLINA AT CHAPEL HILL</a:t>
            </a:r>
            <a:endParaRPr lang="en-US" sz="1200" b="0" i="1" spc="180" baseline="0" dirty="0">
              <a:solidFill>
                <a:schemeClr val="bg2">
                  <a:lumMod val="75000"/>
                </a:schemeClr>
              </a:solidFill>
            </a:endParaRPr>
          </a:p>
        </p:txBody>
      </p:sp>
    </p:spTree>
    <p:extLst>
      <p:ext uri="{BB962C8B-B14F-4D97-AF65-F5344CB8AC3E}">
        <p14:creationId xmlns:p14="http://schemas.microsoft.com/office/powerpoint/2010/main" val="1951663990"/>
      </p:ext>
    </p:extLst>
  </p:cSld>
  <p:clrMapOvr>
    <a:masterClrMapping/>
  </p:clrMapOvr>
  <p:extLst>
    <p:ext uri="{DCECCB84-F9BA-43D5-87BE-67443E8EF086}">
      <p15:sldGuideLst xmlns:p15="http://schemas.microsoft.com/office/powerpoint/2012/main">
        <p15:guide id="1" orient="horz" pos="139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Content A">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a:xfrm>
            <a:off x="8981185" y="6216212"/>
            <a:ext cx="2707895" cy="246221"/>
          </a:xfrm>
        </p:spPr>
        <p:txBody>
          <a:bodyPr>
            <a:noAutofit/>
          </a:bodyPr>
          <a:lstStyle>
            <a:lvl1pPr>
              <a:defRPr lang="en-US" sz="1200" b="0" kern="1200" smtClean="0">
                <a:solidFill>
                  <a:schemeClr val="bg2">
                    <a:lumMod val="75000"/>
                  </a:schemeClr>
                </a:solidFill>
                <a:latin typeface="+mn-lt"/>
                <a:ea typeface="+mn-ea"/>
                <a:cs typeface="+mn-cs"/>
              </a:defRPr>
            </a:lvl1pPr>
          </a:lstStyle>
          <a:p>
            <a:fld id="{6D6E361B-DFCA-824D-BA63-ADCED3B41986}" type="slidenum">
              <a:rPr lang="en-US" smtClean="0"/>
              <a:pPr/>
              <a:t>‹#›</a:t>
            </a:fld>
            <a:endParaRPr lang="en-US" dirty="0"/>
          </a:p>
        </p:txBody>
      </p:sp>
      <p:sp>
        <p:nvSpPr>
          <p:cNvPr id="26" name="Title 16"/>
          <p:cNvSpPr>
            <a:spLocks noGrp="1"/>
          </p:cNvSpPr>
          <p:nvPr>
            <p:ph type="title"/>
          </p:nvPr>
        </p:nvSpPr>
        <p:spPr>
          <a:xfrm>
            <a:off x="499176" y="969823"/>
            <a:ext cx="11189904" cy="723900"/>
          </a:xfrm>
        </p:spPr>
        <p:txBody>
          <a:bodyPr>
            <a:noAutofit/>
          </a:bodyPr>
          <a:lstStyle>
            <a:lvl1pPr>
              <a:defRPr b="0"/>
            </a:lvl1pPr>
          </a:lstStyle>
          <a:p>
            <a:r>
              <a:rPr lang="en-US" dirty="0"/>
              <a:t>Click to edit Master title style</a:t>
            </a:r>
          </a:p>
        </p:txBody>
      </p:sp>
      <p:sp>
        <p:nvSpPr>
          <p:cNvPr id="28" name="Content Placeholder 7"/>
          <p:cNvSpPr>
            <a:spLocks noGrp="1"/>
          </p:cNvSpPr>
          <p:nvPr>
            <p:ph sz="quarter" idx="15"/>
          </p:nvPr>
        </p:nvSpPr>
        <p:spPr>
          <a:xfrm>
            <a:off x="499174" y="2208807"/>
            <a:ext cx="11189905" cy="3533182"/>
          </a:xfrm>
        </p:spPr>
        <p:txBody>
          <a:bodyPr>
            <a:noAutofit/>
          </a:bodyPr>
          <a:lstStyle>
            <a:lvl1pPr marL="231775" indent="-231775">
              <a:buSzPct val="100000"/>
              <a:buFont typeface="Arial" panose="020B0604020202020204" pitchFamily="34" charset="0"/>
              <a:buChar char="•"/>
              <a:tabLst/>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a:extLst>
              <a:ext uri="{FF2B5EF4-FFF2-40B4-BE49-F238E27FC236}">
                <a16:creationId xmlns:a16="http://schemas.microsoft.com/office/drawing/2014/main" id="{6B65FB38-CF8E-EC49-9B9C-9C905814BC92}"/>
              </a:ext>
            </a:extLst>
          </p:cNvPr>
          <p:cNvSpPr>
            <a:spLocks noGrp="1"/>
          </p:cNvSpPr>
          <p:nvPr>
            <p:ph type="body" sz="quarter" idx="16" hasCustomPrompt="1"/>
          </p:nvPr>
        </p:nvSpPr>
        <p:spPr>
          <a:xfrm>
            <a:off x="513801" y="626917"/>
            <a:ext cx="11190288" cy="246221"/>
          </a:xfrm>
        </p:spPr>
        <p:txBody>
          <a:bodyPr>
            <a:noAutofit/>
          </a:bodyPr>
          <a:lstStyle>
            <a:lvl1pPr marL="0" indent="0">
              <a:buNone/>
              <a:defRPr sz="1800" b="1" cap="all" spc="170" baseline="0">
                <a:solidFill>
                  <a:schemeClr val="accent1"/>
                </a:solidFill>
              </a:defRPr>
            </a:lvl1pPr>
          </a:lstStyle>
          <a:p>
            <a:pPr lvl="0"/>
            <a:r>
              <a:rPr lang="en-US" dirty="0"/>
              <a:t>Subtitle</a:t>
            </a:r>
          </a:p>
        </p:txBody>
      </p:sp>
      <p:sp>
        <p:nvSpPr>
          <p:cNvPr id="8" name="TextBox 7">
            <a:extLst>
              <a:ext uri="{FF2B5EF4-FFF2-40B4-BE49-F238E27FC236}">
                <a16:creationId xmlns:a16="http://schemas.microsoft.com/office/drawing/2014/main" id="{F3D0C5A6-DD29-F94F-B481-5D65878F0BD3}"/>
              </a:ext>
            </a:extLst>
          </p:cNvPr>
          <p:cNvSpPr txBox="1"/>
          <p:nvPr userDrawn="1"/>
        </p:nvSpPr>
        <p:spPr>
          <a:xfrm>
            <a:off x="531038" y="6226999"/>
            <a:ext cx="7159102" cy="276999"/>
          </a:xfrm>
          <a:prstGeom prst="rect">
            <a:avLst/>
          </a:prstGeom>
          <a:noFill/>
        </p:spPr>
        <p:txBody>
          <a:bodyPr wrap="square" rtlCol="0" anchor="ctr" anchorCtr="0">
            <a:spAutoFit/>
          </a:bodyPr>
          <a:lstStyle/>
          <a:p>
            <a:r>
              <a:rPr lang="en-US" sz="1200" b="0" spc="180" baseline="0" dirty="0">
                <a:solidFill>
                  <a:schemeClr val="bg2">
                    <a:lumMod val="75000"/>
                  </a:schemeClr>
                </a:solidFill>
              </a:rPr>
              <a:t>THE UNIVERSITY OF NORTH CAROLINA AT CHAPEL HILL</a:t>
            </a:r>
            <a:endParaRPr lang="en-US" sz="1200" b="0" i="1" spc="180" baseline="0" dirty="0">
              <a:solidFill>
                <a:schemeClr val="bg2">
                  <a:lumMod val="75000"/>
                </a:schemeClr>
              </a:solidFill>
            </a:endParaRPr>
          </a:p>
        </p:txBody>
      </p:sp>
    </p:spTree>
    <p:extLst>
      <p:ext uri="{BB962C8B-B14F-4D97-AF65-F5344CB8AC3E}">
        <p14:creationId xmlns:p14="http://schemas.microsoft.com/office/powerpoint/2010/main" val="267080287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E641A7-A720-5895-1893-9FCC1CB9A8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E981DDE-FE23-C8D1-92A3-7605366C1C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E486DD-51B2-0629-75C3-4900C499E0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D4AC068-5BD8-49F5-B011-38EB513301A5}" type="datetimeFigureOut">
              <a:rPr lang="en-US" smtClean="0"/>
              <a:t>8/5/2024</a:t>
            </a:fld>
            <a:endParaRPr lang="en-US"/>
          </a:p>
        </p:txBody>
      </p:sp>
      <p:sp>
        <p:nvSpPr>
          <p:cNvPr id="5" name="Footer Placeholder 4">
            <a:extLst>
              <a:ext uri="{FF2B5EF4-FFF2-40B4-BE49-F238E27FC236}">
                <a16:creationId xmlns:a16="http://schemas.microsoft.com/office/drawing/2014/main" id="{EDEF6372-6890-EB6F-DF32-B321F27D34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26E6D75-2582-6EAF-457C-B131B1AFB1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FF22565-85C7-47CF-9E5B-8A5C64BFDFAF}" type="slidenum">
              <a:rPr lang="en-US" smtClean="0"/>
              <a:t>‹#›</a:t>
            </a:fld>
            <a:endParaRPr lang="en-US"/>
          </a:p>
        </p:txBody>
      </p:sp>
    </p:spTree>
    <p:extLst>
      <p:ext uri="{BB962C8B-B14F-4D97-AF65-F5344CB8AC3E}">
        <p14:creationId xmlns:p14="http://schemas.microsoft.com/office/powerpoint/2010/main" val="32854712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jpe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12.xml"/><Relationship Id="rId6" Type="http://schemas.openxmlformats.org/officeDocument/2006/relationships/image" Target="../media/image28.jpeg"/><Relationship Id="rId5" Type="http://schemas.openxmlformats.org/officeDocument/2006/relationships/image" Target="../media/image27.jpeg"/><Relationship Id="rId4" Type="http://schemas.openxmlformats.org/officeDocument/2006/relationships/image" Target="../media/image26.png"/><Relationship Id="rId9"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6.svg"/><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3.xml"/><Relationship Id="rId5" Type="http://schemas.openxmlformats.org/officeDocument/2006/relationships/image" Target="../media/image53.png"/><Relationship Id="rId4" Type="http://schemas.openxmlformats.org/officeDocument/2006/relationships/image" Target="../media/image52.png"/></Relationships>
</file>

<file path=ppt/slides/_rels/slide2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3.xml"/><Relationship Id="rId5" Type="http://schemas.openxmlformats.org/officeDocument/2006/relationships/image" Target="../media/image53.png"/><Relationship Id="rId4" Type="http://schemas.openxmlformats.org/officeDocument/2006/relationships/image" Target="../media/image52.png"/></Relationships>
</file>

<file path=ppt/slides/_rels/slide2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3.xml"/><Relationship Id="rId5" Type="http://schemas.openxmlformats.org/officeDocument/2006/relationships/image" Target="../media/image53.png"/><Relationship Id="rId4" Type="http://schemas.openxmlformats.org/officeDocument/2006/relationships/image" Target="../media/image52.png"/></Relationships>
</file>

<file path=ppt/slides/_rels/slide2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4.png"/><Relationship Id="rId1" Type="http://schemas.openxmlformats.org/officeDocument/2006/relationships/slideLayout" Target="../slideLayouts/slideLayout13.xml"/><Relationship Id="rId5" Type="http://schemas.openxmlformats.org/officeDocument/2006/relationships/image" Target="../media/image53.png"/><Relationship Id="rId4" Type="http://schemas.openxmlformats.org/officeDocument/2006/relationships/image" Target="../media/image52.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5.png"/><Relationship Id="rId7" Type="http://schemas.openxmlformats.org/officeDocument/2006/relationships/hyperlink" Target="https://scenariomodelinghub.org/"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57.svg"/><Relationship Id="rId4" Type="http://schemas.openxmlformats.org/officeDocument/2006/relationships/image" Target="../media/image56.png"/><Relationship Id="rId9"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4.svg"/><Relationship Id="rId7" Type="http://schemas.openxmlformats.org/officeDocument/2006/relationships/image" Target="../media/image62.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3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65.gif"/><Relationship Id="rId2" Type="http://schemas.openxmlformats.org/officeDocument/2006/relationships/image" Target="../media/image64.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1D78DAF4-64A5-E12B-4EF3-B06D82DA9004}"/>
              </a:ext>
            </a:extLst>
          </p:cNvPr>
          <p:cNvSpPr txBox="1"/>
          <p:nvPr/>
        </p:nvSpPr>
        <p:spPr>
          <a:xfrm>
            <a:off x="352779" y="1053205"/>
            <a:ext cx="11702738" cy="1631216"/>
          </a:xfrm>
          <a:prstGeom prst="rect">
            <a:avLst/>
          </a:prstGeom>
          <a:noFill/>
        </p:spPr>
        <p:txBody>
          <a:bodyPr wrap="square" rtlCol="0">
            <a:spAutoFit/>
          </a:bodyPr>
          <a:lstStyle/>
          <a:p>
            <a:pPr algn="ctr"/>
            <a:r>
              <a:rPr lang="en-US" sz="4800" b="1" dirty="0">
                <a:solidFill>
                  <a:srgbClr val="094E80"/>
                </a:solidFill>
                <a:latin typeface="Helvetica" pitchFamily="2" charset="0"/>
                <a:ea typeface="Source Sans Pro" panose="020B0503030403020204" pitchFamily="34" charset="0"/>
              </a:rPr>
              <a:t>How do we evaluate scenarios in the context of public health action?</a:t>
            </a:r>
          </a:p>
        </p:txBody>
      </p:sp>
      <p:pic>
        <p:nvPicPr>
          <p:cNvPr id="3" name="Picture 2" descr="A picture containing logo&#10;&#10;Description automatically generated">
            <a:extLst>
              <a:ext uri="{FF2B5EF4-FFF2-40B4-BE49-F238E27FC236}">
                <a16:creationId xmlns:a16="http://schemas.microsoft.com/office/drawing/2014/main" id="{A099B6C8-E86A-3F76-FACB-F137CDE64F85}"/>
              </a:ext>
            </a:extLst>
          </p:cNvPr>
          <p:cNvPicPr>
            <a:picLocks noChangeAspect="1"/>
          </p:cNvPicPr>
          <p:nvPr/>
        </p:nvPicPr>
        <p:blipFill rotWithShape="1">
          <a:blip r:embed="rId3">
            <a:biLevel thresh="75000"/>
            <a:alphaModFix amt="61000"/>
            <a:extLst>
              <a:ext uri="{28A0092B-C50C-407E-A947-70E740481C1C}">
                <a14:useLocalDpi xmlns:a14="http://schemas.microsoft.com/office/drawing/2010/main" val="0"/>
              </a:ext>
            </a:extLst>
          </a:blip>
          <a:srcRect b="25220"/>
          <a:stretch/>
        </p:blipFill>
        <p:spPr>
          <a:xfrm>
            <a:off x="10019333" y="4862581"/>
            <a:ext cx="1143920" cy="480749"/>
          </a:xfrm>
          <a:prstGeom prst="rect">
            <a:avLst/>
          </a:prstGeom>
        </p:spPr>
      </p:pic>
      <p:pic>
        <p:nvPicPr>
          <p:cNvPr id="4" name="Picture 3" descr="Text&#10;&#10;Description automatically generated with medium confidence">
            <a:extLst>
              <a:ext uri="{FF2B5EF4-FFF2-40B4-BE49-F238E27FC236}">
                <a16:creationId xmlns:a16="http://schemas.microsoft.com/office/drawing/2014/main" id="{F3015C70-1525-860A-84C6-655AFC999C42}"/>
              </a:ext>
            </a:extLst>
          </p:cNvPr>
          <p:cNvPicPr>
            <a:picLocks noChangeAspect="1"/>
          </p:cNvPicPr>
          <p:nvPr/>
        </p:nvPicPr>
        <p:blipFill>
          <a:blip r:embed="rId4">
            <a:grayscl/>
            <a:extLst>
              <a:ext uri="{28A0092B-C50C-407E-A947-70E740481C1C}">
                <a14:useLocalDpi xmlns:a14="http://schemas.microsoft.com/office/drawing/2010/main" val="0"/>
              </a:ext>
            </a:extLst>
          </a:blip>
          <a:stretch>
            <a:fillRect/>
          </a:stretch>
        </p:blipFill>
        <p:spPr>
          <a:xfrm>
            <a:off x="9814400" y="5580029"/>
            <a:ext cx="1582364" cy="436258"/>
          </a:xfrm>
          <a:prstGeom prst="rect">
            <a:avLst/>
          </a:prstGeom>
        </p:spPr>
      </p:pic>
      <p:pic>
        <p:nvPicPr>
          <p:cNvPr id="5" name="Picture 2" descr="https://covid19scenariomodelinghub.org/images/institutions.png">
            <a:extLst>
              <a:ext uri="{FF2B5EF4-FFF2-40B4-BE49-F238E27FC236}">
                <a16:creationId xmlns:a16="http://schemas.microsoft.com/office/drawing/2014/main" id="{BEB401D7-DF71-7093-BB61-66FC8BCBE0A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4621" t="69488" r="27339" b="-2228"/>
          <a:stretch/>
        </p:blipFill>
        <p:spPr bwMode="auto">
          <a:xfrm>
            <a:off x="9419740" y="6185016"/>
            <a:ext cx="1783440" cy="72784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Graphical user interface, text&#10;&#10;Description automatically generated">
            <a:extLst>
              <a:ext uri="{FF2B5EF4-FFF2-40B4-BE49-F238E27FC236}">
                <a16:creationId xmlns:a16="http://schemas.microsoft.com/office/drawing/2014/main" id="{06FB0D73-991F-D77E-5285-0EF3DCD4A573}"/>
              </a:ext>
            </a:extLst>
          </p:cNvPr>
          <p:cNvPicPr>
            <a:picLocks noChangeAspect="1"/>
          </p:cNvPicPr>
          <p:nvPr/>
        </p:nvPicPr>
        <p:blipFill rotWithShape="1">
          <a:blip r:embed="rId6">
            <a:extLst>
              <a:ext uri="{28A0092B-C50C-407E-A947-70E740481C1C}">
                <a14:useLocalDpi xmlns:a14="http://schemas.microsoft.com/office/drawing/2010/main" val="0"/>
              </a:ext>
            </a:extLst>
          </a:blip>
          <a:srcRect b="27735"/>
          <a:stretch/>
        </p:blipFill>
        <p:spPr>
          <a:xfrm>
            <a:off x="303625" y="4919235"/>
            <a:ext cx="9559053" cy="1847323"/>
          </a:xfrm>
          <a:prstGeom prst="rect">
            <a:avLst/>
          </a:prstGeom>
        </p:spPr>
      </p:pic>
      <p:cxnSp>
        <p:nvCxnSpPr>
          <p:cNvPr id="9" name="Straight Connector 8">
            <a:extLst>
              <a:ext uri="{FF2B5EF4-FFF2-40B4-BE49-F238E27FC236}">
                <a16:creationId xmlns:a16="http://schemas.microsoft.com/office/drawing/2014/main" id="{EB9E8884-6544-214D-F1FA-6C5E1F9F5D33}"/>
              </a:ext>
            </a:extLst>
          </p:cNvPr>
          <p:cNvCxnSpPr>
            <a:cxnSpLocks/>
          </p:cNvCxnSpPr>
          <p:nvPr/>
        </p:nvCxnSpPr>
        <p:spPr>
          <a:xfrm>
            <a:off x="303625" y="4844231"/>
            <a:ext cx="11584750" cy="0"/>
          </a:xfrm>
          <a:prstGeom prst="line">
            <a:avLst/>
          </a:prstGeom>
          <a:ln w="9525"/>
        </p:spPr>
        <p:style>
          <a:lnRef idx="1">
            <a:schemeClr val="accent3"/>
          </a:lnRef>
          <a:fillRef idx="0">
            <a:schemeClr val="accent3"/>
          </a:fillRef>
          <a:effectRef idx="0">
            <a:schemeClr val="accent3"/>
          </a:effectRef>
          <a:fontRef idx="minor">
            <a:schemeClr val="tx1"/>
          </a:fontRef>
        </p:style>
      </p:cxnSp>
      <p:sp>
        <p:nvSpPr>
          <p:cNvPr id="12" name="TextBox 11">
            <a:extLst>
              <a:ext uri="{FF2B5EF4-FFF2-40B4-BE49-F238E27FC236}">
                <a16:creationId xmlns:a16="http://schemas.microsoft.com/office/drawing/2014/main" id="{21338528-1F21-2661-6209-60B7DAAB934E}"/>
              </a:ext>
            </a:extLst>
          </p:cNvPr>
          <p:cNvSpPr txBox="1"/>
          <p:nvPr/>
        </p:nvSpPr>
        <p:spPr>
          <a:xfrm>
            <a:off x="2402325" y="3658186"/>
            <a:ext cx="7257884" cy="1092607"/>
          </a:xfrm>
          <a:prstGeom prst="rect">
            <a:avLst/>
          </a:prstGeom>
          <a:noFill/>
        </p:spPr>
        <p:txBody>
          <a:bodyPr wrap="none" rtlCol="0">
            <a:spAutoFit/>
          </a:bodyPr>
          <a:lstStyle/>
          <a:p>
            <a:pPr algn="ctr"/>
            <a:r>
              <a:rPr lang="en-US" b="1" dirty="0">
                <a:solidFill>
                  <a:srgbClr val="094E80"/>
                </a:solidFill>
                <a:latin typeface="Helvetica Light" panose="020B0403020202020204" pitchFamily="34" charset="0"/>
                <a:ea typeface="Source Sans Pro" panose="020B0503030403020204" pitchFamily="34" charset="0"/>
              </a:rPr>
              <a:t>Justin Lessler and Emily Howerton</a:t>
            </a:r>
          </a:p>
          <a:p>
            <a:pPr algn="ctr"/>
            <a:r>
              <a:rPr lang="en-US" dirty="0">
                <a:solidFill>
                  <a:srgbClr val="094E80"/>
                </a:solidFill>
                <a:latin typeface="Helvetica Light" panose="020B0403020202020204" pitchFamily="34" charset="0"/>
                <a:ea typeface="Source Sans Pro" panose="020B0503030403020204" pitchFamily="34" charset="0"/>
              </a:rPr>
              <a:t>with thanks to Cecile </a:t>
            </a:r>
            <a:r>
              <a:rPr lang="en-US" dirty="0" err="1">
                <a:solidFill>
                  <a:srgbClr val="094E80"/>
                </a:solidFill>
                <a:latin typeface="Helvetica Light" panose="020B0403020202020204" pitchFamily="34" charset="0"/>
                <a:ea typeface="Source Sans Pro" panose="020B0503030403020204" pitchFamily="34" charset="0"/>
              </a:rPr>
              <a:t>Viboud</a:t>
            </a:r>
            <a:r>
              <a:rPr lang="en-US" dirty="0">
                <a:solidFill>
                  <a:srgbClr val="094E80"/>
                </a:solidFill>
                <a:latin typeface="Helvetica Light" panose="020B0403020202020204" pitchFamily="34" charset="0"/>
                <a:ea typeface="Source Sans Pro" panose="020B0503030403020204" pitchFamily="34" charset="0"/>
              </a:rPr>
              <a:t> and the SMH Teams</a:t>
            </a:r>
            <a:br>
              <a:rPr lang="en-US" dirty="0">
                <a:solidFill>
                  <a:srgbClr val="094E80"/>
                </a:solidFill>
                <a:latin typeface="Helvetica Light" panose="020B0403020202020204" pitchFamily="34" charset="0"/>
                <a:ea typeface="Source Sans Pro" panose="020B0503030403020204" pitchFamily="34" charset="0"/>
              </a:rPr>
            </a:br>
            <a:r>
              <a:rPr lang="en-US" sz="1100" dirty="0">
                <a:solidFill>
                  <a:schemeClr val="bg1"/>
                </a:solidFill>
                <a:latin typeface="Helvetica Light" panose="020B0403020202020204" pitchFamily="34" charset="0"/>
                <a:ea typeface="Source Sans Pro" panose="020B0503030403020204" pitchFamily="34" charset="0"/>
              </a:rPr>
              <a:t>.</a:t>
            </a:r>
            <a:br>
              <a:rPr lang="en-US" dirty="0">
                <a:solidFill>
                  <a:srgbClr val="094E80"/>
                </a:solidFill>
                <a:latin typeface="Helvetica Light" panose="020B0403020202020204" pitchFamily="34" charset="0"/>
                <a:ea typeface="Source Sans Pro" panose="020B0503030403020204" pitchFamily="34" charset="0"/>
              </a:rPr>
            </a:br>
            <a:r>
              <a:rPr lang="en-US" i="1" dirty="0">
                <a:solidFill>
                  <a:srgbClr val="094E80"/>
                </a:solidFill>
                <a:latin typeface="Helvetica Light" panose="020B0403020202020204" pitchFamily="34" charset="0"/>
                <a:ea typeface="Source Sans Pro" panose="020B0503030403020204" pitchFamily="34" charset="0"/>
              </a:rPr>
              <a:t>Modelling and inference for pandemic preparedness, Isaac Newton Institute</a:t>
            </a:r>
          </a:p>
        </p:txBody>
      </p:sp>
      <p:sp>
        <p:nvSpPr>
          <p:cNvPr id="10" name="TextBox 9">
            <a:extLst>
              <a:ext uri="{FF2B5EF4-FFF2-40B4-BE49-F238E27FC236}">
                <a16:creationId xmlns:a16="http://schemas.microsoft.com/office/drawing/2014/main" id="{8DDCB2CB-E31F-B5F4-01E4-0BDAD6D9E0ED}"/>
              </a:ext>
            </a:extLst>
          </p:cNvPr>
          <p:cNvSpPr txBox="1"/>
          <p:nvPr/>
        </p:nvSpPr>
        <p:spPr>
          <a:xfrm>
            <a:off x="412247" y="2509112"/>
            <a:ext cx="11296229" cy="1077218"/>
          </a:xfrm>
          <a:prstGeom prst="rect">
            <a:avLst/>
          </a:prstGeom>
          <a:noFill/>
        </p:spPr>
        <p:txBody>
          <a:bodyPr wrap="square">
            <a:spAutoFit/>
          </a:bodyPr>
          <a:lstStyle/>
          <a:p>
            <a:pPr algn="ctr"/>
            <a:r>
              <a:rPr lang="en-US" sz="3200" dirty="0">
                <a:solidFill>
                  <a:srgbClr val="094E80"/>
                </a:solidFill>
                <a:latin typeface="Helvetica Light" panose="020B0403020202020204" pitchFamily="34" charset="0"/>
                <a:ea typeface="Source Sans Pro" panose="020B0503030403020204" pitchFamily="34" charset="0"/>
              </a:rPr>
              <a:t>or “What can we learn from evaluating</a:t>
            </a:r>
          </a:p>
          <a:p>
            <a:pPr algn="ctr"/>
            <a:r>
              <a:rPr lang="en-US" sz="3200" dirty="0">
                <a:solidFill>
                  <a:srgbClr val="094E80"/>
                </a:solidFill>
                <a:latin typeface="Helvetica Light" panose="020B0403020202020204" pitchFamily="34" charset="0"/>
                <a:ea typeface="Source Sans Pro" panose="020B0503030403020204" pitchFamily="34" charset="0"/>
              </a:rPr>
              <a:t>scenario projections”  continued</a:t>
            </a:r>
          </a:p>
        </p:txBody>
      </p:sp>
      <p:pic>
        <p:nvPicPr>
          <p:cNvPr id="1026" name="Picture 2" descr="SMH logo">
            <a:extLst>
              <a:ext uri="{FF2B5EF4-FFF2-40B4-BE49-F238E27FC236}">
                <a16:creationId xmlns:a16="http://schemas.microsoft.com/office/drawing/2014/main" id="{0A85243B-009C-C30F-540B-8DFB455EF4C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26304" y="91442"/>
            <a:ext cx="5068116" cy="906717"/>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a:extLst>
              <a:ext uri="{FF2B5EF4-FFF2-40B4-BE49-F238E27FC236}">
                <a16:creationId xmlns:a16="http://schemas.microsoft.com/office/drawing/2014/main" id="{DBA20745-155B-2F64-8888-4D6400568673}"/>
              </a:ext>
            </a:extLst>
          </p:cNvPr>
          <p:cNvPicPr>
            <a:picLocks noChangeAspect="1"/>
          </p:cNvPicPr>
          <p:nvPr/>
        </p:nvPicPr>
        <p:blipFill>
          <a:blip r:embed="rId8"/>
          <a:stretch>
            <a:fillRect/>
          </a:stretch>
        </p:blipFill>
        <p:spPr>
          <a:xfrm>
            <a:off x="9862678" y="91442"/>
            <a:ext cx="2192839" cy="850763"/>
          </a:xfrm>
          <a:prstGeom prst="rect">
            <a:avLst/>
          </a:prstGeom>
        </p:spPr>
      </p:pic>
      <p:pic>
        <p:nvPicPr>
          <p:cNvPr id="21" name="Picture 20">
            <a:extLst>
              <a:ext uri="{FF2B5EF4-FFF2-40B4-BE49-F238E27FC236}">
                <a16:creationId xmlns:a16="http://schemas.microsoft.com/office/drawing/2014/main" id="{4658885A-A3FE-CD3A-FCBC-9E9C16C245DA}"/>
              </a:ext>
            </a:extLst>
          </p:cNvPr>
          <p:cNvPicPr>
            <a:picLocks noChangeAspect="1"/>
          </p:cNvPicPr>
          <p:nvPr/>
        </p:nvPicPr>
        <p:blipFill>
          <a:blip r:embed="rId9"/>
          <a:stretch>
            <a:fillRect/>
          </a:stretch>
        </p:blipFill>
        <p:spPr>
          <a:xfrm>
            <a:off x="43999" y="95598"/>
            <a:ext cx="2653335" cy="773219"/>
          </a:xfrm>
          <a:prstGeom prst="rect">
            <a:avLst/>
          </a:prstGeom>
        </p:spPr>
      </p:pic>
    </p:spTree>
    <p:extLst>
      <p:ext uri="{BB962C8B-B14F-4D97-AF65-F5344CB8AC3E}">
        <p14:creationId xmlns:p14="http://schemas.microsoft.com/office/powerpoint/2010/main" val="19983289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F691B-EFA4-437F-B14F-D6015C14A46C}"/>
              </a:ext>
            </a:extLst>
          </p:cNvPr>
          <p:cNvSpPr>
            <a:spLocks noGrp="1"/>
          </p:cNvSpPr>
          <p:nvPr>
            <p:ph type="title"/>
          </p:nvPr>
        </p:nvSpPr>
        <p:spPr>
          <a:xfrm>
            <a:off x="838199" y="2448047"/>
            <a:ext cx="10791306" cy="1868486"/>
          </a:xfrm>
        </p:spPr>
        <p:txBody>
          <a:bodyPr>
            <a:normAutofit/>
          </a:bodyPr>
          <a:lstStyle/>
          <a:p>
            <a:pPr algn="ctr"/>
            <a:r>
              <a:rPr lang="en-US" b="1" dirty="0">
                <a:solidFill>
                  <a:srgbClr val="8D372D"/>
                </a:solidFill>
                <a:latin typeface="+mn-lt"/>
              </a:rPr>
              <a:t>Clarification: </a:t>
            </a:r>
            <a:r>
              <a:rPr lang="en-US" b="1" dirty="0">
                <a:solidFill>
                  <a:srgbClr val="1B284F"/>
                </a:solidFill>
              </a:rPr>
              <a:t>What is a planning scenario?</a:t>
            </a:r>
            <a:endParaRPr lang="en-US" b="1" dirty="0">
              <a:solidFill>
                <a:srgbClr val="1B284F"/>
              </a:solidFill>
              <a:latin typeface="+mn-lt"/>
            </a:endParaRPr>
          </a:p>
        </p:txBody>
      </p:sp>
    </p:spTree>
    <p:extLst>
      <p:ext uri="{BB962C8B-B14F-4D97-AF65-F5344CB8AC3E}">
        <p14:creationId xmlns:p14="http://schemas.microsoft.com/office/powerpoint/2010/main" val="3581070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B1189-FD8F-4542-B7A9-90983E22582B}"/>
              </a:ext>
            </a:extLst>
          </p:cNvPr>
          <p:cNvSpPr>
            <a:spLocks noGrp="1"/>
          </p:cNvSpPr>
          <p:nvPr>
            <p:ph type="title"/>
          </p:nvPr>
        </p:nvSpPr>
        <p:spPr/>
        <p:txBody>
          <a:bodyPr/>
          <a:lstStyle/>
          <a:p>
            <a:pPr algn="ctr"/>
            <a:r>
              <a:rPr lang="en-US" dirty="0"/>
              <a:t>Planning scenarios are conditional forecasts</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630AE586-9DB7-418D-94C4-47E073AFFC13}"/>
                  </a:ext>
                </a:extLst>
              </p:cNvPr>
              <p:cNvSpPr txBox="1"/>
              <p:nvPr/>
            </p:nvSpPr>
            <p:spPr>
              <a:xfrm>
                <a:off x="2853104" y="1823429"/>
                <a:ext cx="5455276" cy="13086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Pr</m:t>
                          </m:r>
                        </m:fName>
                        <m:e>
                          <m:d>
                            <m:dPr>
                              <m:ctrlPr>
                                <a:rPr lang="en-US" sz="3200" b="0" i="1" smtClean="0">
                                  <a:latin typeface="Cambria Math" panose="02040503050406030204" pitchFamily="18" charset="0"/>
                                </a:rPr>
                              </m:ctrlPr>
                            </m:dPr>
                            <m:e>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𝑦</m:t>
                                  </m:r>
                                </m:e>
                                <m:sub>
                                  <m:r>
                                    <a:rPr lang="en-US" sz="3200" b="0" i="1" smtClean="0">
                                      <a:latin typeface="Cambria Math" panose="02040503050406030204" pitchFamily="18" charset="0"/>
                                    </a:rPr>
                                    <m:t>𝑖</m:t>
                                  </m:r>
                                </m:sub>
                              </m:sSub>
                            </m:e>
                          </m:d>
                          <m:r>
                            <a:rPr lang="en-US" sz="3200" b="0" i="1" smtClean="0">
                              <a:latin typeface="Cambria Math" panose="02040503050406030204" pitchFamily="18" charset="0"/>
                            </a:rPr>
                            <m:t>=</m:t>
                          </m:r>
                          <m:nary>
                            <m:naryPr>
                              <m:chr m:val="∑"/>
                              <m:supHide m:val="on"/>
                              <m:ctrlPr>
                                <a:rPr lang="en-US" sz="3200" b="0" i="1" smtClean="0">
                                  <a:latin typeface="Cambria Math" panose="02040503050406030204" pitchFamily="18" charset="0"/>
                                </a:rPr>
                              </m:ctrlPr>
                            </m:naryPr>
                            <m:sub>
                              <m:sSub>
                                <m:sSubPr>
                                  <m:ctrlPr>
                                    <a:rPr lang="en-US" sz="3200" b="0" i="1" smtClean="0">
                                      <a:latin typeface="Cambria Math" panose="02040503050406030204" pitchFamily="18" charset="0"/>
                                    </a:rPr>
                                  </m:ctrlPr>
                                </m:sSubPr>
                                <m:e>
                                  <m:r>
                                    <a:rPr lang="en-US" sz="3200" b="1" i="1" smtClean="0">
                                      <a:latin typeface="Cambria Math" panose="02040503050406030204" pitchFamily="18" charset="0"/>
                                    </a:rPr>
                                    <m:t>𝑿</m:t>
                                  </m:r>
                                </m:e>
                                <m:sub>
                                  <m:r>
                                    <a:rPr lang="en-US" sz="3200" b="0" i="1" smtClean="0">
                                      <a:latin typeface="Cambria Math" panose="02040503050406030204" pitchFamily="18" charset="0"/>
                                    </a:rPr>
                                    <m:t>𝑗</m:t>
                                  </m:r>
                                </m:sub>
                              </m:sSub>
                              <m:r>
                                <a:rPr lang="en-US" sz="3200" b="0" i="1" smtClean="0">
                                  <a:latin typeface="Cambria Math" panose="02040503050406030204" pitchFamily="18" charset="0"/>
                                </a:rPr>
                                <m:t>∈</m:t>
                              </m:r>
                              <m:r>
                                <a:rPr lang="en-US" sz="3200" b="1" i="1">
                                  <a:latin typeface="Cambria Math" panose="02040503050406030204" pitchFamily="18" charset="0"/>
                                  <a:ea typeface="Cambria Math" panose="02040503050406030204" pitchFamily="18" charset="0"/>
                                </a:rPr>
                                <m:t>𝓧</m:t>
                              </m:r>
                            </m:sub>
                            <m:sup/>
                            <m:e>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Pr</m:t>
                                  </m:r>
                                </m:fName>
                                <m:e>
                                  <m:d>
                                    <m:dPr>
                                      <m:ctrlPr>
                                        <a:rPr lang="en-US" sz="3200" b="0" i="1" smtClean="0">
                                          <a:latin typeface="Cambria Math" panose="02040503050406030204" pitchFamily="18" charset="0"/>
                                        </a:rPr>
                                      </m:ctrlPr>
                                    </m:dPr>
                                    <m:e>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𝑦</m:t>
                                          </m:r>
                                        </m:e>
                                        <m:sub>
                                          <m:r>
                                            <a:rPr lang="en-US" sz="3200" b="0" i="1" smtClean="0">
                                              <a:latin typeface="Cambria Math" panose="02040503050406030204" pitchFamily="18" charset="0"/>
                                            </a:rPr>
                                            <m:t>𝑖</m:t>
                                          </m:r>
                                        </m:sub>
                                      </m:sSub>
                                    </m:e>
                                    <m:e>
                                      <m:sSub>
                                        <m:sSubPr>
                                          <m:ctrlPr>
                                            <a:rPr lang="en-US" sz="3200" b="0" i="1" smtClean="0">
                                              <a:latin typeface="Cambria Math" panose="02040503050406030204" pitchFamily="18" charset="0"/>
                                            </a:rPr>
                                          </m:ctrlPr>
                                        </m:sSubPr>
                                        <m:e>
                                          <m:r>
                                            <a:rPr lang="en-US" sz="3200" b="1" i="1" smtClean="0">
                                              <a:latin typeface="Cambria Math" panose="02040503050406030204" pitchFamily="18" charset="0"/>
                                            </a:rPr>
                                            <m:t>𝑿</m:t>
                                          </m:r>
                                        </m:e>
                                        <m:sub>
                                          <m:r>
                                            <a:rPr lang="en-US" sz="3200" b="0" i="1" smtClean="0">
                                              <a:latin typeface="Cambria Math" panose="02040503050406030204" pitchFamily="18" charset="0"/>
                                            </a:rPr>
                                            <m:t>𝑗</m:t>
                                          </m:r>
                                        </m:sub>
                                      </m:sSub>
                                    </m:e>
                                  </m:d>
                                </m:e>
                              </m:func>
                              <m:r>
                                <m:rPr>
                                  <m:sty m:val="p"/>
                                </m:rPr>
                                <a:rPr lang="en-US" sz="3200" b="0" i="0" smtClean="0">
                                  <a:latin typeface="Cambria Math" panose="02040503050406030204" pitchFamily="18" charset="0"/>
                                </a:rPr>
                                <m:t>Pr</m:t>
                              </m:r>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1" i="1" smtClean="0">
                                      <a:latin typeface="Cambria Math" panose="02040503050406030204" pitchFamily="18" charset="0"/>
                                    </a:rPr>
                                    <m:t>𝑿</m:t>
                                  </m:r>
                                </m:e>
                                <m:sub>
                                  <m:r>
                                    <a:rPr lang="en-US" sz="3200" b="0" i="1" smtClean="0">
                                      <a:latin typeface="Cambria Math" panose="02040503050406030204" pitchFamily="18" charset="0"/>
                                    </a:rPr>
                                    <m:t>𝑗</m:t>
                                  </m:r>
                                </m:sub>
                              </m:sSub>
                              <m:r>
                                <a:rPr lang="en-US" sz="3200" b="0" i="1" smtClean="0">
                                  <a:latin typeface="Cambria Math" panose="02040503050406030204" pitchFamily="18" charset="0"/>
                                </a:rPr>
                                <m:t>)</m:t>
                              </m:r>
                            </m:e>
                          </m:nary>
                        </m:e>
                      </m:func>
                    </m:oMath>
                  </m:oMathPara>
                </a14:m>
                <a:endParaRPr lang="en-US" sz="3200" dirty="0"/>
              </a:p>
            </p:txBody>
          </p:sp>
        </mc:Choice>
        <mc:Fallback>
          <p:sp>
            <p:nvSpPr>
              <p:cNvPr id="4" name="TextBox 3">
                <a:extLst>
                  <a:ext uri="{FF2B5EF4-FFF2-40B4-BE49-F238E27FC236}">
                    <a16:creationId xmlns:a16="http://schemas.microsoft.com/office/drawing/2014/main" id="{630AE586-9DB7-418D-94C4-47E073AFFC13}"/>
                  </a:ext>
                </a:extLst>
              </p:cNvPr>
              <p:cNvSpPr txBox="1">
                <a:spLocks noRot="1" noChangeAspect="1" noMove="1" noResize="1" noEditPoints="1" noAdjustHandles="1" noChangeArrowheads="1" noChangeShapeType="1" noTextEdit="1"/>
              </p:cNvSpPr>
              <p:nvPr/>
            </p:nvSpPr>
            <p:spPr>
              <a:xfrm>
                <a:off x="2853104" y="1823429"/>
                <a:ext cx="5455276" cy="1308628"/>
              </a:xfrm>
              <a:prstGeom prst="rect">
                <a:avLst/>
              </a:prstGeom>
              <a:blipFill>
                <a:blip r:embed="rId3"/>
                <a:stretch>
                  <a:fillRect/>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26A4C845-F5B4-4220-9C02-49EB3F4B9629}"/>
              </a:ext>
            </a:extLst>
          </p:cNvPr>
          <p:cNvSpPr txBox="1"/>
          <p:nvPr/>
        </p:nvSpPr>
        <p:spPr>
          <a:xfrm>
            <a:off x="628650" y="1959679"/>
            <a:ext cx="2073132" cy="1323439"/>
          </a:xfrm>
          <a:prstGeom prst="rect">
            <a:avLst/>
          </a:prstGeom>
          <a:noFill/>
        </p:spPr>
        <p:txBody>
          <a:bodyPr wrap="none" rtlCol="0">
            <a:spAutoFit/>
          </a:bodyPr>
          <a:lstStyle/>
          <a:p>
            <a:r>
              <a:rPr lang="en-US" sz="4000" b="1" dirty="0"/>
              <a:t>“Proper”</a:t>
            </a:r>
          </a:p>
          <a:p>
            <a:r>
              <a:rPr lang="en-US" sz="4000" b="1" dirty="0"/>
              <a:t>Forecast</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8720BCB7-2180-41EF-9ABE-1BA042F881A2}"/>
                  </a:ext>
                </a:extLst>
              </p:cNvPr>
              <p:cNvSpPr txBox="1"/>
              <p:nvPr/>
            </p:nvSpPr>
            <p:spPr>
              <a:xfrm>
                <a:off x="3011365" y="3578469"/>
                <a:ext cx="1805173" cy="24622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Pr</m:t>
                          </m:r>
                        </m:fName>
                        <m:e>
                          <m:d>
                            <m:dPr>
                              <m:ctrlPr>
                                <a:rPr lang="en-US" sz="3200" b="0" i="1" smtClean="0">
                                  <a:latin typeface="Cambria Math" panose="02040503050406030204" pitchFamily="18" charset="0"/>
                                </a:rPr>
                              </m:ctrlPr>
                            </m:dPr>
                            <m:e>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𝑦</m:t>
                                  </m:r>
                                </m:e>
                                <m:sub>
                                  <m:r>
                                    <a:rPr lang="en-US" sz="3200" b="0" i="1" smtClean="0">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1" i="1" smtClean="0">
                                      <a:latin typeface="Cambria Math" panose="02040503050406030204" pitchFamily="18" charset="0"/>
                                    </a:rPr>
                                    <m:t>𝑿</m:t>
                                  </m:r>
                                </m:e>
                                <m:sub>
                                  <m:r>
                                    <a:rPr lang="en-US" sz="3200" b="0" i="1" smtClean="0">
                                      <a:latin typeface="Cambria Math" panose="02040503050406030204" pitchFamily="18" charset="0"/>
                                    </a:rPr>
                                    <m:t>1</m:t>
                                  </m:r>
                                </m:sub>
                              </m:sSub>
                            </m:e>
                          </m:d>
                        </m:e>
                      </m:func>
                    </m:oMath>
                    <m:oMath xmlns:m="http://schemas.openxmlformats.org/officeDocument/2006/math">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Pr</m:t>
                          </m:r>
                        </m:fName>
                        <m:e>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𝑦</m:t>
                              </m:r>
                            </m:e>
                            <m:sub>
                              <m:r>
                                <a:rPr lang="en-US" sz="3200" b="0" i="1" smtClean="0">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1" i="1" smtClean="0">
                                  <a:latin typeface="Cambria Math" panose="02040503050406030204" pitchFamily="18" charset="0"/>
                                </a:rPr>
                                <m:t>𝑿</m:t>
                              </m:r>
                            </m:e>
                            <m:sub>
                              <m:r>
                                <a:rPr lang="en-US" sz="3200" b="0" i="1" smtClean="0">
                                  <a:latin typeface="Cambria Math" panose="02040503050406030204" pitchFamily="18" charset="0"/>
                                </a:rPr>
                                <m:t>2</m:t>
                              </m:r>
                            </m:sub>
                          </m:sSub>
                        </m:e>
                      </m:func>
                      <m:r>
                        <a:rPr lang="en-US" sz="3200" b="0" i="1" smtClean="0">
                          <a:latin typeface="Cambria Math" panose="02040503050406030204" pitchFamily="18" charset="0"/>
                        </a:rPr>
                        <m:t>)</m:t>
                      </m:r>
                    </m:oMath>
                    <m:oMath xmlns:m="http://schemas.openxmlformats.org/officeDocument/2006/math">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Pr</m:t>
                          </m:r>
                        </m:fName>
                        <m:e>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𝑦</m:t>
                              </m:r>
                            </m:e>
                            <m:sub>
                              <m:r>
                                <a:rPr lang="en-US" sz="3200" b="0" i="1" smtClean="0">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1" i="1" smtClean="0">
                                  <a:latin typeface="Cambria Math" panose="02040503050406030204" pitchFamily="18" charset="0"/>
                                </a:rPr>
                                <m:t>𝑿</m:t>
                              </m:r>
                            </m:e>
                            <m:sub>
                              <m:r>
                                <a:rPr lang="en-US" sz="3200" b="0" i="1" smtClean="0">
                                  <a:latin typeface="Cambria Math" panose="02040503050406030204" pitchFamily="18" charset="0"/>
                                </a:rPr>
                                <m:t>3</m:t>
                              </m:r>
                            </m:sub>
                          </m:sSub>
                        </m:e>
                      </m:func>
                      <m:r>
                        <a:rPr lang="en-US" sz="3200" b="0" i="1" smtClean="0">
                          <a:latin typeface="Cambria Math" panose="02040503050406030204" pitchFamily="18" charset="0"/>
                        </a:rPr>
                        <m:t>)</m:t>
                      </m:r>
                    </m:oMath>
                    <m:oMath xmlns:m="http://schemas.openxmlformats.org/officeDocument/2006/math">
                      <m:r>
                        <a:rPr lang="en-US" sz="3200" b="0" i="1" smtClean="0">
                          <a:latin typeface="Cambria Math" panose="02040503050406030204" pitchFamily="18" charset="0"/>
                        </a:rPr>
                        <m:t>…</m:t>
                      </m:r>
                    </m:oMath>
                    <m:oMath xmlns:m="http://schemas.openxmlformats.org/officeDocument/2006/math">
                      <m:r>
                        <m:rPr>
                          <m:sty m:val="p"/>
                        </m:rPr>
                        <a:rPr lang="en-US" sz="3200" b="0" i="0" smtClean="0">
                          <a:latin typeface="Cambria Math" panose="02040503050406030204" pitchFamily="18" charset="0"/>
                        </a:rPr>
                        <m:t>Pr</m:t>
                      </m:r>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𝑦</m:t>
                          </m:r>
                        </m:e>
                        <m:sub>
                          <m:r>
                            <a:rPr lang="en-US" sz="3200" b="0" i="1" smtClean="0">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1" i="1" smtClean="0">
                              <a:latin typeface="Cambria Math" panose="02040503050406030204" pitchFamily="18" charset="0"/>
                            </a:rPr>
                            <m:t>𝑿</m:t>
                          </m:r>
                        </m:e>
                        <m:sub>
                          <m:r>
                            <a:rPr lang="en-US" sz="3200" b="0" i="1" smtClean="0">
                              <a:latin typeface="Cambria Math" panose="02040503050406030204" pitchFamily="18" charset="0"/>
                            </a:rPr>
                            <m:t>𝑛</m:t>
                          </m:r>
                        </m:sub>
                      </m:sSub>
                      <m:r>
                        <a:rPr lang="en-US" sz="3200" b="0" i="1" smtClean="0">
                          <a:latin typeface="Cambria Math" panose="02040503050406030204" pitchFamily="18" charset="0"/>
                        </a:rPr>
                        <m:t>)</m:t>
                      </m:r>
                    </m:oMath>
                  </m:oMathPara>
                </a14:m>
                <a:endParaRPr lang="en-US" sz="3200" dirty="0"/>
              </a:p>
            </p:txBody>
          </p:sp>
        </mc:Choice>
        <mc:Fallback>
          <p:sp>
            <p:nvSpPr>
              <p:cNvPr id="10" name="TextBox 9">
                <a:extLst>
                  <a:ext uri="{FF2B5EF4-FFF2-40B4-BE49-F238E27FC236}">
                    <a16:creationId xmlns:a16="http://schemas.microsoft.com/office/drawing/2014/main" id="{8720BCB7-2180-41EF-9ABE-1BA042F881A2}"/>
                  </a:ext>
                </a:extLst>
              </p:cNvPr>
              <p:cNvSpPr txBox="1">
                <a:spLocks noRot="1" noChangeAspect="1" noMove="1" noResize="1" noEditPoints="1" noAdjustHandles="1" noChangeArrowheads="1" noChangeShapeType="1" noTextEdit="1"/>
              </p:cNvSpPr>
              <p:nvPr/>
            </p:nvSpPr>
            <p:spPr>
              <a:xfrm>
                <a:off x="3011365" y="3578469"/>
                <a:ext cx="1805173" cy="2462213"/>
              </a:xfrm>
              <a:prstGeom prst="rect">
                <a:avLst/>
              </a:prstGeom>
              <a:blipFill>
                <a:blip r:embed="rId4"/>
                <a:stretch>
                  <a:fillRect/>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96061AED-367E-4FB3-AFFD-9120E314753D}"/>
              </a:ext>
            </a:extLst>
          </p:cNvPr>
          <p:cNvSpPr txBox="1"/>
          <p:nvPr/>
        </p:nvSpPr>
        <p:spPr>
          <a:xfrm>
            <a:off x="634227" y="4003702"/>
            <a:ext cx="2218877" cy="1323439"/>
          </a:xfrm>
          <a:prstGeom prst="rect">
            <a:avLst/>
          </a:prstGeom>
          <a:noFill/>
        </p:spPr>
        <p:txBody>
          <a:bodyPr wrap="none" rtlCol="0">
            <a:spAutoFit/>
          </a:bodyPr>
          <a:lstStyle/>
          <a:p>
            <a:r>
              <a:rPr lang="en-US" sz="4000" b="1" dirty="0"/>
              <a:t>Planning</a:t>
            </a:r>
          </a:p>
          <a:p>
            <a:r>
              <a:rPr lang="en-US" sz="4000" b="1" dirty="0"/>
              <a:t>Scenarios</a:t>
            </a:r>
          </a:p>
        </p:txBody>
      </p:sp>
      <p:sp>
        <p:nvSpPr>
          <p:cNvPr id="12" name="TextBox 11">
            <a:extLst>
              <a:ext uri="{FF2B5EF4-FFF2-40B4-BE49-F238E27FC236}">
                <a16:creationId xmlns:a16="http://schemas.microsoft.com/office/drawing/2014/main" id="{EA78BDBC-86F6-400D-A301-F76E5B3ABAB1}"/>
              </a:ext>
            </a:extLst>
          </p:cNvPr>
          <p:cNvSpPr txBox="1"/>
          <p:nvPr/>
        </p:nvSpPr>
        <p:spPr>
          <a:xfrm>
            <a:off x="5448334" y="4235824"/>
            <a:ext cx="1535036" cy="707886"/>
          </a:xfrm>
          <a:prstGeom prst="rect">
            <a:avLst/>
          </a:prstGeom>
          <a:noFill/>
        </p:spPr>
        <p:txBody>
          <a:bodyPr wrap="none" rtlCol="0">
            <a:spAutoFit/>
          </a:bodyPr>
          <a:lstStyle/>
          <a:p>
            <a:r>
              <a:rPr lang="en-US" sz="4000" dirty="0"/>
              <a:t>where</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878AC343-8D6F-4D07-8B93-D83E1A7C11C5}"/>
                  </a:ext>
                </a:extLst>
              </p:cNvPr>
              <p:cNvSpPr txBox="1"/>
              <p:nvPr/>
            </p:nvSpPr>
            <p:spPr>
              <a:xfrm>
                <a:off x="7284426" y="4378688"/>
                <a:ext cx="348249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&lt;</m:t>
                      </m:r>
                      <m:sSub>
                        <m:sSubPr>
                          <m:ctrlPr>
                            <a:rPr lang="en-US" sz="2800" b="0" i="1" smtClean="0">
                              <a:latin typeface="Cambria Math" panose="02040503050406030204" pitchFamily="18" charset="0"/>
                            </a:rPr>
                          </m:ctrlPr>
                        </m:sSubPr>
                        <m:e>
                          <m:r>
                            <a:rPr lang="en-US" sz="2800" b="1" i="1" smtClean="0">
                              <a:latin typeface="Cambria Math" panose="02040503050406030204" pitchFamily="18" charset="0"/>
                            </a:rPr>
                            <m:t>𝑿</m:t>
                          </m:r>
                        </m:e>
                        <m:sub>
                          <m:r>
                            <a:rPr lang="en-US" sz="2800" b="0" i="1" smtClean="0">
                              <a:latin typeface="Cambria Math" panose="02040503050406030204" pitchFamily="18" charset="0"/>
                            </a:rPr>
                            <m:t>1</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1" i="1" smtClean="0">
                              <a:latin typeface="Cambria Math" panose="02040503050406030204" pitchFamily="18" charset="0"/>
                            </a:rPr>
                            <m:t>𝑿</m:t>
                          </m:r>
                        </m:e>
                        <m:sub>
                          <m:r>
                            <a:rPr lang="en-US" sz="2800" b="0" i="1" smtClean="0">
                              <a:latin typeface="Cambria Math" panose="02040503050406030204" pitchFamily="18" charset="0"/>
                            </a:rPr>
                            <m:t>2</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1" i="1" smtClean="0">
                              <a:latin typeface="Cambria Math" panose="02040503050406030204" pitchFamily="18" charset="0"/>
                            </a:rPr>
                            <m:t>𝑿</m:t>
                          </m:r>
                        </m:e>
                        <m:sub>
                          <m:r>
                            <a:rPr lang="en-US" sz="2800" b="0" i="1" smtClean="0">
                              <a:latin typeface="Cambria Math" panose="02040503050406030204" pitchFamily="18" charset="0"/>
                            </a:rPr>
                            <m:t>𝑛</m:t>
                          </m:r>
                        </m:sub>
                      </m:sSub>
                      <m:r>
                        <a:rPr lang="en-US" sz="2800" b="0" i="1" smtClean="0">
                          <a:latin typeface="Cambria Math" panose="02040503050406030204" pitchFamily="18" charset="0"/>
                        </a:rPr>
                        <m:t>&gt;⊆</m:t>
                      </m:r>
                      <m:r>
                        <a:rPr lang="en-US" sz="2800" b="1" i="1" smtClean="0">
                          <a:latin typeface="Cambria Math" panose="02040503050406030204" pitchFamily="18" charset="0"/>
                          <a:ea typeface="Cambria Math" panose="02040503050406030204" pitchFamily="18" charset="0"/>
                        </a:rPr>
                        <m:t>𝓧</m:t>
                      </m:r>
                    </m:oMath>
                  </m:oMathPara>
                </a14:m>
                <a:endParaRPr lang="en-US" sz="2800" dirty="0"/>
              </a:p>
            </p:txBody>
          </p:sp>
        </mc:Choice>
        <mc:Fallback>
          <p:sp>
            <p:nvSpPr>
              <p:cNvPr id="7" name="TextBox 6">
                <a:extLst>
                  <a:ext uri="{FF2B5EF4-FFF2-40B4-BE49-F238E27FC236}">
                    <a16:creationId xmlns:a16="http://schemas.microsoft.com/office/drawing/2014/main" id="{878AC343-8D6F-4D07-8B93-D83E1A7C11C5}"/>
                  </a:ext>
                </a:extLst>
              </p:cNvPr>
              <p:cNvSpPr txBox="1">
                <a:spLocks noRot="1" noChangeAspect="1" noMove="1" noResize="1" noEditPoints="1" noAdjustHandles="1" noChangeArrowheads="1" noChangeShapeType="1" noTextEdit="1"/>
              </p:cNvSpPr>
              <p:nvPr/>
            </p:nvSpPr>
            <p:spPr>
              <a:xfrm>
                <a:off x="7284426" y="4378688"/>
                <a:ext cx="3482492" cy="430887"/>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7150981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320" name="Ink 319">
                <a:extLst>
                  <a:ext uri="{FF2B5EF4-FFF2-40B4-BE49-F238E27FC236}">
                    <a16:creationId xmlns:a16="http://schemas.microsoft.com/office/drawing/2014/main" id="{55408250-8F18-43A9-ABB7-A81B0CF62AA7}"/>
                  </a:ext>
                </a:extLst>
              </p14:cNvPr>
              <p14:cNvContentPartPr/>
              <p14:nvPr/>
            </p14:nvContentPartPr>
            <p14:xfrm>
              <a:off x="262200" y="844150"/>
              <a:ext cx="11667600" cy="5953320"/>
            </p14:xfrm>
          </p:contentPart>
        </mc:Choice>
        <mc:Fallback xmlns="">
          <p:pic>
            <p:nvPicPr>
              <p:cNvPr id="320" name="Ink 319">
                <a:extLst>
                  <a:ext uri="{FF2B5EF4-FFF2-40B4-BE49-F238E27FC236}">
                    <a16:creationId xmlns:a16="http://schemas.microsoft.com/office/drawing/2014/main" id="{55408250-8F18-43A9-ABB7-A81B0CF62AA7}"/>
                  </a:ext>
                </a:extLst>
              </p:cNvPr>
              <p:cNvPicPr/>
              <p:nvPr/>
            </p:nvPicPr>
            <p:blipFill>
              <a:blip r:embed="rId3"/>
              <a:stretch>
                <a:fillRect/>
              </a:stretch>
            </p:blipFill>
            <p:spPr>
              <a:xfrm>
                <a:off x="253560" y="835510"/>
                <a:ext cx="11685240" cy="5970960"/>
              </a:xfrm>
              <a:prstGeom prst="rect">
                <a:avLst/>
              </a:prstGeom>
            </p:spPr>
          </p:pic>
        </mc:Fallback>
      </mc:AlternateContent>
      <p:sp>
        <p:nvSpPr>
          <p:cNvPr id="321" name="TextBox 320">
            <a:extLst>
              <a:ext uri="{FF2B5EF4-FFF2-40B4-BE49-F238E27FC236}">
                <a16:creationId xmlns:a16="http://schemas.microsoft.com/office/drawing/2014/main" id="{37BB5202-6DDD-4E74-84B2-9B4360D9D6B0}"/>
              </a:ext>
            </a:extLst>
          </p:cNvPr>
          <p:cNvSpPr txBox="1"/>
          <p:nvPr/>
        </p:nvSpPr>
        <p:spPr>
          <a:xfrm>
            <a:off x="562858" y="-48962"/>
            <a:ext cx="2125262" cy="584775"/>
          </a:xfrm>
          <a:prstGeom prst="rect">
            <a:avLst/>
          </a:prstGeom>
          <a:noFill/>
        </p:spPr>
        <p:txBody>
          <a:bodyPr wrap="none" rtlCol="0">
            <a:spAutoFit/>
          </a:bodyPr>
          <a:lstStyle/>
          <a:p>
            <a:r>
              <a:rPr lang="en-US" sz="3200" b="1" dirty="0"/>
              <a:t>Forecasting</a:t>
            </a:r>
            <a:endParaRPr lang="en-US" b="1" dirty="0"/>
          </a:p>
        </p:txBody>
      </p:sp>
      <p:sp>
        <p:nvSpPr>
          <p:cNvPr id="322" name="TextBox 321">
            <a:extLst>
              <a:ext uri="{FF2B5EF4-FFF2-40B4-BE49-F238E27FC236}">
                <a16:creationId xmlns:a16="http://schemas.microsoft.com/office/drawing/2014/main" id="{466E436A-63FD-4DC4-965C-75DB92144B23}"/>
              </a:ext>
            </a:extLst>
          </p:cNvPr>
          <p:cNvSpPr txBox="1"/>
          <p:nvPr/>
        </p:nvSpPr>
        <p:spPr>
          <a:xfrm>
            <a:off x="4341586" y="-33013"/>
            <a:ext cx="3377848" cy="584775"/>
          </a:xfrm>
          <a:prstGeom prst="rect">
            <a:avLst/>
          </a:prstGeom>
          <a:noFill/>
        </p:spPr>
        <p:txBody>
          <a:bodyPr wrap="none" rtlCol="0">
            <a:spAutoFit/>
          </a:bodyPr>
          <a:lstStyle/>
          <a:p>
            <a:r>
              <a:rPr lang="en-US" sz="3200" b="1" dirty="0"/>
              <a:t>Planning Scenarios</a:t>
            </a:r>
            <a:endParaRPr lang="en-US" b="1" dirty="0"/>
          </a:p>
        </p:txBody>
      </p:sp>
      <p:sp>
        <p:nvSpPr>
          <p:cNvPr id="323" name="TextBox 322">
            <a:extLst>
              <a:ext uri="{FF2B5EF4-FFF2-40B4-BE49-F238E27FC236}">
                <a16:creationId xmlns:a16="http://schemas.microsoft.com/office/drawing/2014/main" id="{E8CC2430-4BAF-4FC9-950D-86AA0A117C85}"/>
              </a:ext>
            </a:extLst>
          </p:cNvPr>
          <p:cNvSpPr txBox="1"/>
          <p:nvPr/>
        </p:nvSpPr>
        <p:spPr>
          <a:xfrm>
            <a:off x="9372900" y="-48963"/>
            <a:ext cx="2096792" cy="584775"/>
          </a:xfrm>
          <a:prstGeom prst="rect">
            <a:avLst/>
          </a:prstGeom>
          <a:noFill/>
        </p:spPr>
        <p:txBody>
          <a:bodyPr wrap="none" rtlCol="0">
            <a:spAutoFit/>
          </a:bodyPr>
          <a:lstStyle/>
          <a:p>
            <a:r>
              <a:rPr lang="en-US" sz="3200" b="1" dirty="0"/>
              <a:t>Theoretical</a:t>
            </a:r>
            <a:endParaRPr lang="en-US" b="1" dirty="0"/>
          </a:p>
        </p:txBody>
      </p:sp>
    </p:spTree>
    <p:extLst>
      <p:ext uri="{BB962C8B-B14F-4D97-AF65-F5344CB8AC3E}">
        <p14:creationId xmlns:p14="http://schemas.microsoft.com/office/powerpoint/2010/main" val="10556829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1E511-1C38-418B-9851-80B478C1987A}"/>
              </a:ext>
            </a:extLst>
          </p:cNvPr>
          <p:cNvSpPr>
            <a:spLocks noGrp="1"/>
          </p:cNvSpPr>
          <p:nvPr>
            <p:ph type="title"/>
          </p:nvPr>
        </p:nvSpPr>
        <p:spPr/>
        <p:txBody>
          <a:bodyPr/>
          <a:lstStyle/>
          <a:p>
            <a:pPr algn="ctr"/>
            <a:r>
              <a:rPr lang="en-US" dirty="0"/>
              <a:t>Why would we want to do this?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3E3A38F-9F38-4D15-9593-5BF0A2645392}"/>
                  </a:ext>
                </a:extLst>
              </p:cNvPr>
              <p:cNvSpPr>
                <a:spLocks noGrp="1"/>
              </p:cNvSpPr>
              <p:nvPr>
                <p:ph idx="1"/>
              </p:nvPr>
            </p:nvSpPr>
            <p:spPr>
              <a:xfrm>
                <a:off x="838200" y="1825625"/>
                <a:ext cx="9061938" cy="4351338"/>
              </a:xfrm>
            </p:spPr>
            <p:txBody>
              <a:bodyPr>
                <a:normAutofit/>
              </a:bodyPr>
              <a:lstStyle/>
              <a:p>
                <a14:m>
                  <m:oMath xmlns:m="http://schemas.openxmlformats.org/officeDocument/2006/math">
                    <m:r>
                      <m:rPr>
                        <m:sty m:val="p"/>
                      </m:rPr>
                      <a:rPr lang="en-US" b="0" i="0" smtClean="0">
                        <a:latin typeface="Cambria Math" panose="02040503050406030204" pitchFamily="18" charset="0"/>
                      </a:rPr>
                      <m:t>Pr</m:t>
                    </m:r>
                    <m:d>
                      <m:dPr>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b="1" i="1" smtClean="0">
                                <a:latin typeface="Cambria Math" panose="02040503050406030204" pitchFamily="18" charset="0"/>
                              </a:rPr>
                              <m:t>𝑿</m:t>
                            </m:r>
                          </m:e>
                          <m:sub>
                            <m:r>
                              <a:rPr lang="en-US" b="0" i="1" smtClean="0">
                                <a:latin typeface="Cambria Math" panose="02040503050406030204" pitchFamily="18" charset="0"/>
                              </a:rPr>
                              <m:t>𝑖</m:t>
                            </m:r>
                          </m:sub>
                        </m:sSub>
                      </m:e>
                    </m:d>
                  </m:oMath>
                </a14:m>
                <a:r>
                  <a:rPr lang="en-US" dirty="0"/>
                  <a:t> is modifiable</a:t>
                </a:r>
                <a:endParaRPr lang="en-US" i="1" dirty="0">
                  <a:latin typeface="Cambria Math" panose="02040503050406030204" pitchFamily="18" charset="0"/>
                </a:endParaRPr>
              </a:p>
              <a:p>
                <a14:m>
                  <m:oMath xmlns:m="http://schemas.openxmlformats.org/officeDocument/2006/math">
                    <m:r>
                      <m:rPr>
                        <m:sty m:val="p"/>
                      </m:rPr>
                      <a:rPr lang="en-US" b="0" i="1" smtClean="0">
                        <a:latin typeface="Cambria Math" panose="02040503050406030204" pitchFamily="18" charset="0"/>
                      </a:rPr>
                      <m:t>Pr</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1" i="1" smtClean="0">
                                <a:latin typeface="Cambria Math" panose="02040503050406030204" pitchFamily="18" charset="0"/>
                              </a:rPr>
                              <m:t>𝑿</m:t>
                            </m:r>
                          </m:e>
                          <m:sub>
                            <m:r>
                              <a:rPr lang="en-US" b="0" i="1" smtClean="0">
                                <a:latin typeface="Cambria Math" panose="02040503050406030204" pitchFamily="18" charset="0"/>
                              </a:rPr>
                              <m:t>𝑖</m:t>
                            </m:r>
                          </m:sub>
                        </m:sSub>
                      </m:e>
                    </m:d>
                  </m:oMath>
                </a14:m>
                <a:r>
                  <a:rPr lang="en-US" dirty="0"/>
                  <a:t> is so uncertain as not to be meaningfully estimable at the timescales we need to plan  (hence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e>
                        </m:d>
                      </m:e>
                    </m:func>
                  </m:oMath>
                </a14:m>
                <a:r>
                  <a:rPr lang="en-US" dirty="0"/>
                  <a:t> becomes so uncertain to not be meaningful).</a:t>
                </a:r>
              </a:p>
              <a:p>
                <a:pPr lvl="1"/>
                <a:r>
                  <a:rPr lang="en-US" dirty="0"/>
                  <a:t>Or the space of </a:t>
                </a:r>
                <a14:m>
                  <m:oMath xmlns:m="http://schemas.openxmlformats.org/officeDocument/2006/math">
                    <m:r>
                      <a:rPr lang="en-US" b="1" i="1">
                        <a:latin typeface="Cambria Math" panose="02040503050406030204" pitchFamily="18" charset="0"/>
                        <a:ea typeface="Cambria Math" panose="02040503050406030204" pitchFamily="18" charset="0"/>
                      </a:rPr>
                      <m:t>𝓧</m:t>
                    </m:r>
                  </m:oMath>
                </a14:m>
                <a:r>
                  <a:rPr lang="en-US" dirty="0"/>
                  <a:t> is so expansive to have the same effect.</a:t>
                </a:r>
              </a:p>
              <a:p>
                <a14:m>
                  <m:oMath xmlns:m="http://schemas.openxmlformats.org/officeDocument/2006/math">
                    <m:r>
                      <m:rPr>
                        <m:sty m:val="p"/>
                      </m:rPr>
                      <a:rPr lang="en-US" b="0" i="1" smtClean="0">
                        <a:latin typeface="Cambria Math" panose="02040503050406030204" pitchFamily="18" charset="0"/>
                      </a:rPr>
                      <m:t>Pr</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1" i="1" smtClean="0">
                                <a:latin typeface="Cambria Math" panose="02040503050406030204" pitchFamily="18" charset="0"/>
                              </a:rPr>
                              <m:t>𝑿</m:t>
                            </m:r>
                          </m:e>
                          <m:sub>
                            <m:r>
                              <a:rPr lang="en-US" b="0" i="1" smtClean="0">
                                <a:latin typeface="Cambria Math" panose="02040503050406030204" pitchFamily="18" charset="0"/>
                              </a:rPr>
                              <m:t>𝑖</m:t>
                            </m:r>
                          </m:sub>
                        </m:sSub>
                      </m:e>
                    </m:d>
                  </m:oMath>
                </a14:m>
                <a:r>
                  <a:rPr lang="en-US" dirty="0"/>
                  <a:t> will be informed by future events.</a:t>
                </a:r>
              </a:p>
              <a:p>
                <a:pPr lvl="1"/>
                <a:r>
                  <a:rPr lang="en-US" dirty="0"/>
                  <a:t>E.g., we are in a situation where we want to develop conditional response plans.</a:t>
                </a:r>
              </a:p>
              <a:p>
                <a:r>
                  <a:rPr lang="en-US" dirty="0"/>
                  <a:t>The various </a:t>
                </a:r>
                <a14:m>
                  <m:oMath xmlns:m="http://schemas.openxmlformats.org/officeDocument/2006/math">
                    <m:sSub>
                      <m:sSubPr>
                        <m:ctrlPr>
                          <a:rPr lang="en-US" b="0" smtClean="0">
                            <a:latin typeface="Cambria Math" panose="02040503050406030204" pitchFamily="18" charset="0"/>
                          </a:rPr>
                        </m:ctrlPr>
                      </m:sSubPr>
                      <m:e>
                        <m:r>
                          <a:rPr lang="en-US" b="1" i="0" smtClean="0">
                            <a:latin typeface="Cambria Math" panose="02040503050406030204" pitchFamily="18" charset="0"/>
                          </a:rPr>
                          <m:t>𝐗</m:t>
                        </m:r>
                      </m:e>
                      <m:sub>
                        <m:r>
                          <m:rPr>
                            <m:sty m:val="p"/>
                          </m:rPr>
                          <a:rPr lang="en-US" b="0" i="0" smtClean="0">
                            <a:latin typeface="Cambria Math" panose="02040503050406030204" pitchFamily="18" charset="0"/>
                          </a:rPr>
                          <m:t>i</m:t>
                        </m:r>
                      </m:sub>
                    </m:sSub>
                  </m:oMath>
                </a14:m>
                <a:r>
                  <a:rPr lang="en-US" dirty="0"/>
                  <a:t> represent distinct hypotheses about the world that we wish to evaluate.</a:t>
                </a:r>
              </a:p>
            </p:txBody>
          </p:sp>
        </mc:Choice>
        <mc:Fallback>
          <p:sp>
            <p:nvSpPr>
              <p:cNvPr id="3" name="Content Placeholder 2">
                <a:extLst>
                  <a:ext uri="{FF2B5EF4-FFF2-40B4-BE49-F238E27FC236}">
                    <a16:creationId xmlns:a16="http://schemas.microsoft.com/office/drawing/2014/main" id="{93E3A38F-9F38-4D15-9593-5BF0A2645392}"/>
                  </a:ext>
                </a:extLst>
              </p:cNvPr>
              <p:cNvSpPr>
                <a:spLocks noGrp="1" noRot="1" noChangeAspect="1" noMove="1" noResize="1" noEditPoints="1" noAdjustHandles="1" noChangeArrowheads="1" noChangeShapeType="1" noTextEdit="1"/>
              </p:cNvSpPr>
              <p:nvPr>
                <p:ph idx="1"/>
              </p:nvPr>
            </p:nvSpPr>
            <p:spPr>
              <a:xfrm>
                <a:off x="838200" y="1825625"/>
                <a:ext cx="9061938" cy="4351338"/>
              </a:xfrm>
              <a:blipFill>
                <a:blip r:embed="rId2"/>
                <a:stretch>
                  <a:fillRect l="-1211" t="-2381" b="-224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C857439C-E82E-42CB-A9C3-7C39AC68E795}"/>
                  </a:ext>
                </a:extLst>
              </p:cNvPr>
              <p:cNvSpPr txBox="1"/>
              <p:nvPr/>
            </p:nvSpPr>
            <p:spPr>
              <a:xfrm>
                <a:off x="10106758" y="2197893"/>
                <a:ext cx="1805173" cy="24622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Pr</m:t>
                          </m:r>
                        </m:fName>
                        <m:e>
                          <m:d>
                            <m:dPr>
                              <m:ctrlPr>
                                <a:rPr lang="en-US" sz="3200" b="0" i="1" smtClean="0">
                                  <a:latin typeface="Cambria Math" panose="02040503050406030204" pitchFamily="18" charset="0"/>
                                </a:rPr>
                              </m:ctrlPr>
                            </m:dPr>
                            <m:e>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𝑦</m:t>
                                  </m:r>
                                </m:e>
                                <m:sub>
                                  <m:r>
                                    <a:rPr lang="en-US" sz="3200" b="0" i="1" smtClean="0">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1" i="1" smtClean="0">
                                      <a:latin typeface="Cambria Math" panose="02040503050406030204" pitchFamily="18" charset="0"/>
                                    </a:rPr>
                                    <m:t>𝑿</m:t>
                                  </m:r>
                                </m:e>
                                <m:sub>
                                  <m:r>
                                    <a:rPr lang="en-US" sz="3200" b="0" i="1" smtClean="0">
                                      <a:latin typeface="Cambria Math" panose="02040503050406030204" pitchFamily="18" charset="0"/>
                                    </a:rPr>
                                    <m:t>1</m:t>
                                  </m:r>
                                </m:sub>
                              </m:sSub>
                            </m:e>
                          </m:d>
                        </m:e>
                      </m:func>
                    </m:oMath>
                    <m:oMath xmlns:m="http://schemas.openxmlformats.org/officeDocument/2006/math">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Pr</m:t>
                          </m:r>
                        </m:fName>
                        <m:e>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𝑦</m:t>
                              </m:r>
                            </m:e>
                            <m:sub>
                              <m:r>
                                <a:rPr lang="en-US" sz="3200" b="0" i="1" smtClean="0">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1" i="1" smtClean="0">
                                  <a:latin typeface="Cambria Math" panose="02040503050406030204" pitchFamily="18" charset="0"/>
                                </a:rPr>
                                <m:t>𝑿</m:t>
                              </m:r>
                            </m:e>
                            <m:sub>
                              <m:r>
                                <a:rPr lang="en-US" sz="3200" b="0" i="1" smtClean="0">
                                  <a:latin typeface="Cambria Math" panose="02040503050406030204" pitchFamily="18" charset="0"/>
                                </a:rPr>
                                <m:t>2</m:t>
                              </m:r>
                            </m:sub>
                          </m:sSub>
                        </m:e>
                      </m:func>
                      <m:r>
                        <a:rPr lang="en-US" sz="3200" b="0" i="1" smtClean="0">
                          <a:latin typeface="Cambria Math" panose="02040503050406030204" pitchFamily="18" charset="0"/>
                        </a:rPr>
                        <m:t>)</m:t>
                      </m:r>
                    </m:oMath>
                    <m:oMath xmlns:m="http://schemas.openxmlformats.org/officeDocument/2006/math">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Pr</m:t>
                          </m:r>
                        </m:fName>
                        <m:e>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𝑦</m:t>
                              </m:r>
                            </m:e>
                            <m:sub>
                              <m:r>
                                <a:rPr lang="en-US" sz="3200" b="0" i="1" smtClean="0">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1" i="1" smtClean="0">
                                  <a:latin typeface="Cambria Math" panose="02040503050406030204" pitchFamily="18" charset="0"/>
                                </a:rPr>
                                <m:t>𝑿</m:t>
                              </m:r>
                            </m:e>
                            <m:sub>
                              <m:r>
                                <a:rPr lang="en-US" sz="3200" b="0" i="1" smtClean="0">
                                  <a:latin typeface="Cambria Math" panose="02040503050406030204" pitchFamily="18" charset="0"/>
                                </a:rPr>
                                <m:t>3</m:t>
                              </m:r>
                            </m:sub>
                          </m:sSub>
                        </m:e>
                      </m:func>
                      <m:r>
                        <a:rPr lang="en-US" sz="3200" b="0" i="1" smtClean="0">
                          <a:latin typeface="Cambria Math" panose="02040503050406030204" pitchFamily="18" charset="0"/>
                        </a:rPr>
                        <m:t>)</m:t>
                      </m:r>
                    </m:oMath>
                    <m:oMath xmlns:m="http://schemas.openxmlformats.org/officeDocument/2006/math">
                      <m:r>
                        <a:rPr lang="en-US" sz="3200" b="0" i="1" smtClean="0">
                          <a:latin typeface="Cambria Math" panose="02040503050406030204" pitchFamily="18" charset="0"/>
                        </a:rPr>
                        <m:t>…</m:t>
                      </m:r>
                    </m:oMath>
                    <m:oMath xmlns:m="http://schemas.openxmlformats.org/officeDocument/2006/math">
                      <m:r>
                        <m:rPr>
                          <m:sty m:val="p"/>
                        </m:rPr>
                        <a:rPr lang="en-US" sz="3200" b="0" i="0" smtClean="0">
                          <a:latin typeface="Cambria Math" panose="02040503050406030204" pitchFamily="18" charset="0"/>
                        </a:rPr>
                        <m:t>Pr</m:t>
                      </m:r>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𝑦</m:t>
                          </m:r>
                        </m:e>
                        <m:sub>
                          <m:r>
                            <a:rPr lang="en-US" sz="3200" b="0" i="1" smtClean="0">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1" i="1" smtClean="0">
                              <a:latin typeface="Cambria Math" panose="02040503050406030204" pitchFamily="18" charset="0"/>
                            </a:rPr>
                            <m:t>𝑿</m:t>
                          </m:r>
                        </m:e>
                        <m:sub>
                          <m:r>
                            <a:rPr lang="en-US" sz="3200" b="0" i="1" smtClean="0">
                              <a:latin typeface="Cambria Math" panose="02040503050406030204" pitchFamily="18" charset="0"/>
                            </a:rPr>
                            <m:t>𝑛</m:t>
                          </m:r>
                        </m:sub>
                      </m:sSub>
                      <m:r>
                        <a:rPr lang="en-US" sz="3200" b="0" i="1" smtClean="0">
                          <a:latin typeface="Cambria Math" panose="02040503050406030204" pitchFamily="18" charset="0"/>
                        </a:rPr>
                        <m:t>)</m:t>
                      </m:r>
                    </m:oMath>
                  </m:oMathPara>
                </a14:m>
                <a:endParaRPr lang="en-US" sz="3200" dirty="0"/>
              </a:p>
            </p:txBody>
          </p:sp>
        </mc:Choice>
        <mc:Fallback>
          <p:sp>
            <p:nvSpPr>
              <p:cNvPr id="4" name="TextBox 3">
                <a:extLst>
                  <a:ext uri="{FF2B5EF4-FFF2-40B4-BE49-F238E27FC236}">
                    <a16:creationId xmlns:a16="http://schemas.microsoft.com/office/drawing/2014/main" id="{C857439C-E82E-42CB-A9C3-7C39AC68E795}"/>
                  </a:ext>
                </a:extLst>
              </p:cNvPr>
              <p:cNvSpPr txBox="1">
                <a:spLocks noRot="1" noChangeAspect="1" noMove="1" noResize="1" noEditPoints="1" noAdjustHandles="1" noChangeArrowheads="1" noChangeShapeType="1" noTextEdit="1"/>
              </p:cNvSpPr>
              <p:nvPr/>
            </p:nvSpPr>
            <p:spPr>
              <a:xfrm>
                <a:off x="10106758" y="2197893"/>
                <a:ext cx="1805173" cy="2462213"/>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165240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1E511-1C38-418B-9851-80B478C1987A}"/>
              </a:ext>
            </a:extLst>
          </p:cNvPr>
          <p:cNvSpPr>
            <a:spLocks noGrp="1"/>
          </p:cNvSpPr>
          <p:nvPr>
            <p:ph type="title"/>
          </p:nvPr>
        </p:nvSpPr>
        <p:spPr/>
        <p:txBody>
          <a:bodyPr/>
          <a:lstStyle/>
          <a:p>
            <a:pPr algn="ctr"/>
            <a:r>
              <a:rPr lang="en-US" dirty="0"/>
              <a:t>Why would we want to do this?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3E3A38F-9F38-4D15-9593-5BF0A2645392}"/>
                  </a:ext>
                </a:extLst>
              </p:cNvPr>
              <p:cNvSpPr>
                <a:spLocks noGrp="1"/>
              </p:cNvSpPr>
              <p:nvPr>
                <p:ph idx="1"/>
              </p:nvPr>
            </p:nvSpPr>
            <p:spPr>
              <a:xfrm>
                <a:off x="838200" y="1825625"/>
                <a:ext cx="9061938" cy="4351338"/>
              </a:xfrm>
            </p:spPr>
            <p:txBody>
              <a:bodyPr>
                <a:normAutofit/>
              </a:bodyPr>
              <a:lstStyle/>
              <a:p>
                <a14:m>
                  <m:oMath xmlns:m="http://schemas.openxmlformats.org/officeDocument/2006/math">
                    <m:r>
                      <a:rPr lang="en-US" b="1" i="0" smtClean="0">
                        <a:solidFill>
                          <a:schemeClr val="accent2">
                            <a:lumMod val="75000"/>
                          </a:schemeClr>
                        </a:solidFill>
                        <a:latin typeface="Cambria Math" panose="02040503050406030204" pitchFamily="18" charset="0"/>
                      </a:rPr>
                      <m:t>𝐏𝐫</m:t>
                    </m:r>
                    <m:d>
                      <m:dPr>
                        <m:ctrlPr>
                          <a:rPr lang="en-US" b="1" i="1" smtClean="0">
                            <a:solidFill>
                              <a:schemeClr val="accent2">
                                <a:lumMod val="75000"/>
                              </a:schemeClr>
                            </a:solidFill>
                            <a:latin typeface="Cambria Math" panose="02040503050406030204" pitchFamily="18" charset="0"/>
                          </a:rPr>
                        </m:ctrlPr>
                      </m:dPr>
                      <m:e>
                        <m:sSub>
                          <m:sSubPr>
                            <m:ctrlPr>
                              <a:rPr lang="en-US" b="1" i="1" smtClean="0">
                                <a:solidFill>
                                  <a:schemeClr val="accent2">
                                    <a:lumMod val="75000"/>
                                  </a:schemeClr>
                                </a:solidFill>
                                <a:latin typeface="Cambria Math" panose="02040503050406030204" pitchFamily="18" charset="0"/>
                              </a:rPr>
                            </m:ctrlPr>
                          </m:sSubPr>
                          <m:e>
                            <m:r>
                              <a:rPr lang="en-US" b="1" i="1" smtClean="0">
                                <a:solidFill>
                                  <a:schemeClr val="accent2">
                                    <a:lumMod val="75000"/>
                                  </a:schemeClr>
                                </a:solidFill>
                                <a:latin typeface="Cambria Math" panose="02040503050406030204" pitchFamily="18" charset="0"/>
                              </a:rPr>
                              <m:t>𝑿</m:t>
                            </m:r>
                          </m:e>
                          <m:sub>
                            <m:r>
                              <a:rPr lang="en-US" b="1" i="1" smtClean="0">
                                <a:solidFill>
                                  <a:schemeClr val="accent2">
                                    <a:lumMod val="75000"/>
                                  </a:schemeClr>
                                </a:solidFill>
                                <a:latin typeface="Cambria Math" panose="02040503050406030204" pitchFamily="18" charset="0"/>
                              </a:rPr>
                              <m:t>𝒊</m:t>
                            </m:r>
                          </m:sub>
                        </m:sSub>
                      </m:e>
                    </m:d>
                  </m:oMath>
                </a14:m>
                <a:r>
                  <a:rPr lang="en-US" b="1" dirty="0">
                    <a:solidFill>
                      <a:schemeClr val="accent2">
                        <a:lumMod val="75000"/>
                      </a:schemeClr>
                    </a:solidFill>
                  </a:rPr>
                  <a:t> is modifiable</a:t>
                </a:r>
                <a:endParaRPr lang="en-US" b="1" i="1" dirty="0">
                  <a:solidFill>
                    <a:schemeClr val="accent2">
                      <a:lumMod val="75000"/>
                    </a:schemeClr>
                  </a:solidFill>
                  <a:latin typeface="Cambria Math" panose="02040503050406030204" pitchFamily="18" charset="0"/>
                </a:endParaRPr>
              </a:p>
              <a:p>
                <a14:m>
                  <m:oMath xmlns:m="http://schemas.openxmlformats.org/officeDocument/2006/math">
                    <m:r>
                      <a:rPr lang="en-US" b="1" i="0" smtClean="0">
                        <a:latin typeface="Cambria Math" panose="02040503050406030204" pitchFamily="18" charset="0"/>
                      </a:rPr>
                      <m:t>𝐏𝐫</m:t>
                    </m:r>
                    <m:d>
                      <m:dPr>
                        <m:ctrlPr>
                          <a:rPr lang="en-US" b="1" i="1" smtClean="0">
                            <a:latin typeface="Cambria Math" panose="02040503050406030204" pitchFamily="18" charset="0"/>
                          </a:rPr>
                        </m:ctrlPr>
                      </m:dPr>
                      <m:e>
                        <m:sSub>
                          <m:sSubPr>
                            <m:ctrlPr>
                              <a:rPr lang="en-US" b="1" i="1" smtClean="0">
                                <a:latin typeface="Cambria Math" panose="02040503050406030204" pitchFamily="18" charset="0"/>
                              </a:rPr>
                            </m:ctrlPr>
                          </m:sSubPr>
                          <m:e>
                            <m:r>
                              <a:rPr lang="en-US" b="1" i="1" smtClean="0">
                                <a:latin typeface="Cambria Math" panose="02040503050406030204" pitchFamily="18" charset="0"/>
                              </a:rPr>
                              <m:t>𝑿</m:t>
                            </m:r>
                          </m:e>
                          <m:sub>
                            <m:r>
                              <a:rPr lang="en-US" b="1" i="1" smtClean="0">
                                <a:latin typeface="Cambria Math" panose="02040503050406030204" pitchFamily="18" charset="0"/>
                              </a:rPr>
                              <m:t>𝒊</m:t>
                            </m:r>
                          </m:sub>
                        </m:sSub>
                      </m:e>
                    </m:d>
                  </m:oMath>
                </a14:m>
                <a:r>
                  <a:rPr lang="en-US" b="1" dirty="0"/>
                  <a:t> is so uncertain as not to be meaningfully </a:t>
                </a:r>
                <a:r>
                  <a:rPr lang="en-US" dirty="0"/>
                  <a:t>estimable at the timescales we need to plan  (hence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e>
                        </m:d>
                      </m:e>
                    </m:func>
                  </m:oMath>
                </a14:m>
                <a:r>
                  <a:rPr lang="en-US" dirty="0"/>
                  <a:t> becomes so uncertain to not be meaningful).</a:t>
                </a:r>
              </a:p>
              <a:p>
                <a:pPr lvl="1"/>
                <a:r>
                  <a:rPr lang="en-US" dirty="0"/>
                  <a:t>Or the space of </a:t>
                </a:r>
                <a14:m>
                  <m:oMath xmlns:m="http://schemas.openxmlformats.org/officeDocument/2006/math">
                    <m:r>
                      <a:rPr lang="en-US" b="1" i="1">
                        <a:latin typeface="Cambria Math" panose="02040503050406030204" pitchFamily="18" charset="0"/>
                        <a:ea typeface="Cambria Math" panose="02040503050406030204" pitchFamily="18" charset="0"/>
                      </a:rPr>
                      <m:t>𝓧</m:t>
                    </m:r>
                  </m:oMath>
                </a14:m>
                <a:r>
                  <a:rPr lang="en-US" dirty="0"/>
                  <a:t> is so expansive to have the same effect.</a:t>
                </a:r>
              </a:p>
              <a:p>
                <a14:m>
                  <m:oMath xmlns:m="http://schemas.openxmlformats.org/officeDocument/2006/math">
                    <m:r>
                      <a:rPr lang="en-US" b="1" i="0" smtClean="0">
                        <a:latin typeface="Cambria Math" panose="02040503050406030204" pitchFamily="18" charset="0"/>
                      </a:rPr>
                      <m:t>𝐏𝐫</m:t>
                    </m:r>
                    <m:d>
                      <m:dPr>
                        <m:ctrlPr>
                          <a:rPr lang="en-US" b="1" i="1" smtClean="0">
                            <a:latin typeface="Cambria Math" panose="02040503050406030204" pitchFamily="18" charset="0"/>
                          </a:rPr>
                        </m:ctrlPr>
                      </m:dPr>
                      <m:e>
                        <m:sSub>
                          <m:sSubPr>
                            <m:ctrlPr>
                              <a:rPr lang="en-US" b="1" i="1" smtClean="0">
                                <a:latin typeface="Cambria Math" panose="02040503050406030204" pitchFamily="18" charset="0"/>
                              </a:rPr>
                            </m:ctrlPr>
                          </m:sSubPr>
                          <m:e>
                            <m:r>
                              <a:rPr lang="en-US" b="1" i="1" smtClean="0">
                                <a:latin typeface="Cambria Math" panose="02040503050406030204" pitchFamily="18" charset="0"/>
                              </a:rPr>
                              <m:t>𝑿</m:t>
                            </m:r>
                          </m:e>
                          <m:sub>
                            <m:r>
                              <a:rPr lang="en-US" b="1" i="1" smtClean="0">
                                <a:latin typeface="Cambria Math" panose="02040503050406030204" pitchFamily="18" charset="0"/>
                              </a:rPr>
                              <m:t>𝒊</m:t>
                            </m:r>
                          </m:sub>
                        </m:sSub>
                      </m:e>
                    </m:d>
                  </m:oMath>
                </a14:m>
                <a:r>
                  <a:rPr lang="en-US" b="1" dirty="0"/>
                  <a:t> will be informed by future events</a:t>
                </a:r>
                <a:r>
                  <a:rPr lang="en-US" dirty="0"/>
                  <a:t>.</a:t>
                </a:r>
              </a:p>
              <a:p>
                <a:pPr lvl="1"/>
                <a:r>
                  <a:rPr lang="en-US" dirty="0"/>
                  <a:t>E.g., we are in a situation where we want to develop conditional response plans.</a:t>
                </a:r>
              </a:p>
              <a:p>
                <a:r>
                  <a:rPr lang="en-US" dirty="0"/>
                  <a:t>The various </a:t>
                </a:r>
                <a14:m>
                  <m:oMath xmlns:m="http://schemas.openxmlformats.org/officeDocument/2006/math">
                    <m:sSub>
                      <m:sSubPr>
                        <m:ctrlPr>
                          <a:rPr lang="en-US" b="0" smtClean="0">
                            <a:latin typeface="Cambria Math" panose="02040503050406030204" pitchFamily="18" charset="0"/>
                          </a:rPr>
                        </m:ctrlPr>
                      </m:sSubPr>
                      <m:e>
                        <m:r>
                          <a:rPr lang="en-US" b="1" i="0" smtClean="0">
                            <a:latin typeface="Cambria Math" panose="02040503050406030204" pitchFamily="18" charset="0"/>
                          </a:rPr>
                          <m:t>𝐗</m:t>
                        </m:r>
                      </m:e>
                      <m:sub>
                        <m:r>
                          <m:rPr>
                            <m:sty m:val="p"/>
                          </m:rPr>
                          <a:rPr lang="en-US" b="0" i="0" smtClean="0">
                            <a:latin typeface="Cambria Math" panose="02040503050406030204" pitchFamily="18" charset="0"/>
                          </a:rPr>
                          <m:t>i</m:t>
                        </m:r>
                      </m:sub>
                    </m:sSub>
                  </m:oMath>
                </a14:m>
                <a:r>
                  <a:rPr lang="en-US" dirty="0"/>
                  <a:t> represent distinct hypotheses about the world that we wish to evaluate.</a:t>
                </a:r>
              </a:p>
            </p:txBody>
          </p:sp>
        </mc:Choice>
        <mc:Fallback>
          <p:sp>
            <p:nvSpPr>
              <p:cNvPr id="3" name="Content Placeholder 2">
                <a:extLst>
                  <a:ext uri="{FF2B5EF4-FFF2-40B4-BE49-F238E27FC236}">
                    <a16:creationId xmlns:a16="http://schemas.microsoft.com/office/drawing/2014/main" id="{93E3A38F-9F38-4D15-9593-5BF0A2645392}"/>
                  </a:ext>
                </a:extLst>
              </p:cNvPr>
              <p:cNvSpPr>
                <a:spLocks noGrp="1" noRot="1" noChangeAspect="1" noMove="1" noResize="1" noEditPoints="1" noAdjustHandles="1" noChangeArrowheads="1" noChangeShapeType="1" noTextEdit="1"/>
              </p:cNvSpPr>
              <p:nvPr>
                <p:ph idx="1"/>
              </p:nvPr>
            </p:nvSpPr>
            <p:spPr>
              <a:xfrm>
                <a:off x="838200" y="1825625"/>
                <a:ext cx="9061938" cy="4351338"/>
              </a:xfrm>
              <a:blipFill>
                <a:blip r:embed="rId2"/>
                <a:stretch>
                  <a:fillRect l="-1211" t="-2381" b="-224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C857439C-E82E-42CB-A9C3-7C39AC68E795}"/>
                  </a:ext>
                </a:extLst>
              </p:cNvPr>
              <p:cNvSpPr txBox="1"/>
              <p:nvPr/>
            </p:nvSpPr>
            <p:spPr>
              <a:xfrm>
                <a:off x="10106758" y="2197893"/>
                <a:ext cx="1805173" cy="24622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Pr</m:t>
                          </m:r>
                        </m:fName>
                        <m:e>
                          <m:d>
                            <m:dPr>
                              <m:ctrlPr>
                                <a:rPr lang="en-US" sz="3200" b="0" i="1" smtClean="0">
                                  <a:latin typeface="Cambria Math" panose="02040503050406030204" pitchFamily="18" charset="0"/>
                                </a:rPr>
                              </m:ctrlPr>
                            </m:dPr>
                            <m:e>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𝑦</m:t>
                                  </m:r>
                                </m:e>
                                <m:sub>
                                  <m:r>
                                    <a:rPr lang="en-US" sz="3200" b="0" i="1" smtClean="0">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1" i="1" smtClean="0">
                                      <a:latin typeface="Cambria Math" panose="02040503050406030204" pitchFamily="18" charset="0"/>
                                    </a:rPr>
                                    <m:t>𝑿</m:t>
                                  </m:r>
                                </m:e>
                                <m:sub>
                                  <m:r>
                                    <a:rPr lang="en-US" sz="3200" b="0" i="1" smtClean="0">
                                      <a:latin typeface="Cambria Math" panose="02040503050406030204" pitchFamily="18" charset="0"/>
                                    </a:rPr>
                                    <m:t>1</m:t>
                                  </m:r>
                                </m:sub>
                              </m:sSub>
                            </m:e>
                          </m:d>
                        </m:e>
                      </m:func>
                    </m:oMath>
                    <m:oMath xmlns:m="http://schemas.openxmlformats.org/officeDocument/2006/math">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Pr</m:t>
                          </m:r>
                        </m:fName>
                        <m:e>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𝑦</m:t>
                              </m:r>
                            </m:e>
                            <m:sub>
                              <m:r>
                                <a:rPr lang="en-US" sz="3200" b="0" i="1" smtClean="0">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1" i="1" smtClean="0">
                                  <a:latin typeface="Cambria Math" panose="02040503050406030204" pitchFamily="18" charset="0"/>
                                </a:rPr>
                                <m:t>𝑿</m:t>
                              </m:r>
                            </m:e>
                            <m:sub>
                              <m:r>
                                <a:rPr lang="en-US" sz="3200" b="0" i="1" smtClean="0">
                                  <a:latin typeface="Cambria Math" panose="02040503050406030204" pitchFamily="18" charset="0"/>
                                </a:rPr>
                                <m:t>2</m:t>
                              </m:r>
                            </m:sub>
                          </m:sSub>
                        </m:e>
                      </m:func>
                      <m:r>
                        <a:rPr lang="en-US" sz="3200" b="0" i="1" smtClean="0">
                          <a:latin typeface="Cambria Math" panose="02040503050406030204" pitchFamily="18" charset="0"/>
                        </a:rPr>
                        <m:t>)</m:t>
                      </m:r>
                    </m:oMath>
                    <m:oMath xmlns:m="http://schemas.openxmlformats.org/officeDocument/2006/math">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Pr</m:t>
                          </m:r>
                        </m:fName>
                        <m:e>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𝑦</m:t>
                              </m:r>
                            </m:e>
                            <m:sub>
                              <m:r>
                                <a:rPr lang="en-US" sz="3200" b="0" i="1" smtClean="0">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1" i="1" smtClean="0">
                                  <a:latin typeface="Cambria Math" panose="02040503050406030204" pitchFamily="18" charset="0"/>
                                </a:rPr>
                                <m:t>𝑿</m:t>
                              </m:r>
                            </m:e>
                            <m:sub>
                              <m:r>
                                <a:rPr lang="en-US" sz="3200" b="0" i="1" smtClean="0">
                                  <a:latin typeface="Cambria Math" panose="02040503050406030204" pitchFamily="18" charset="0"/>
                                </a:rPr>
                                <m:t>3</m:t>
                              </m:r>
                            </m:sub>
                          </m:sSub>
                        </m:e>
                      </m:func>
                      <m:r>
                        <a:rPr lang="en-US" sz="3200" b="0" i="1" smtClean="0">
                          <a:latin typeface="Cambria Math" panose="02040503050406030204" pitchFamily="18" charset="0"/>
                        </a:rPr>
                        <m:t>)</m:t>
                      </m:r>
                    </m:oMath>
                    <m:oMath xmlns:m="http://schemas.openxmlformats.org/officeDocument/2006/math">
                      <m:r>
                        <a:rPr lang="en-US" sz="3200" b="0" i="1" smtClean="0">
                          <a:latin typeface="Cambria Math" panose="02040503050406030204" pitchFamily="18" charset="0"/>
                        </a:rPr>
                        <m:t>…</m:t>
                      </m:r>
                    </m:oMath>
                    <m:oMath xmlns:m="http://schemas.openxmlformats.org/officeDocument/2006/math">
                      <m:r>
                        <m:rPr>
                          <m:sty m:val="p"/>
                        </m:rPr>
                        <a:rPr lang="en-US" sz="3200" b="0" i="0" smtClean="0">
                          <a:latin typeface="Cambria Math" panose="02040503050406030204" pitchFamily="18" charset="0"/>
                        </a:rPr>
                        <m:t>Pr</m:t>
                      </m:r>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𝑦</m:t>
                          </m:r>
                        </m:e>
                        <m:sub>
                          <m:r>
                            <a:rPr lang="en-US" sz="3200" b="0" i="1" smtClean="0">
                              <a:latin typeface="Cambria Math" panose="02040503050406030204" pitchFamily="18" charset="0"/>
                            </a:rPr>
                            <m:t>𝑖</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1" i="1" smtClean="0">
                              <a:latin typeface="Cambria Math" panose="02040503050406030204" pitchFamily="18" charset="0"/>
                            </a:rPr>
                            <m:t>𝑿</m:t>
                          </m:r>
                        </m:e>
                        <m:sub>
                          <m:r>
                            <a:rPr lang="en-US" sz="3200" b="0" i="1" smtClean="0">
                              <a:latin typeface="Cambria Math" panose="02040503050406030204" pitchFamily="18" charset="0"/>
                            </a:rPr>
                            <m:t>𝑛</m:t>
                          </m:r>
                        </m:sub>
                      </m:sSub>
                      <m:r>
                        <a:rPr lang="en-US" sz="3200" b="0" i="1" smtClean="0">
                          <a:latin typeface="Cambria Math" panose="02040503050406030204" pitchFamily="18" charset="0"/>
                        </a:rPr>
                        <m:t>)</m:t>
                      </m:r>
                    </m:oMath>
                  </m:oMathPara>
                </a14:m>
                <a:endParaRPr lang="en-US" sz="3200" dirty="0"/>
              </a:p>
            </p:txBody>
          </p:sp>
        </mc:Choice>
        <mc:Fallback>
          <p:sp>
            <p:nvSpPr>
              <p:cNvPr id="4" name="TextBox 3">
                <a:extLst>
                  <a:ext uri="{FF2B5EF4-FFF2-40B4-BE49-F238E27FC236}">
                    <a16:creationId xmlns:a16="http://schemas.microsoft.com/office/drawing/2014/main" id="{C857439C-E82E-42CB-A9C3-7C39AC68E795}"/>
                  </a:ext>
                </a:extLst>
              </p:cNvPr>
              <p:cNvSpPr txBox="1">
                <a:spLocks noRot="1" noChangeAspect="1" noMove="1" noResize="1" noEditPoints="1" noAdjustHandles="1" noChangeArrowheads="1" noChangeShapeType="1" noTextEdit="1"/>
              </p:cNvSpPr>
              <p:nvPr/>
            </p:nvSpPr>
            <p:spPr>
              <a:xfrm>
                <a:off x="10106758" y="2197893"/>
                <a:ext cx="1805173" cy="2462213"/>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693441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F691B-EFA4-437F-B14F-D6015C14A46C}"/>
              </a:ext>
            </a:extLst>
          </p:cNvPr>
          <p:cNvSpPr>
            <a:spLocks noGrp="1"/>
          </p:cNvSpPr>
          <p:nvPr>
            <p:ph type="title"/>
          </p:nvPr>
        </p:nvSpPr>
        <p:spPr>
          <a:xfrm>
            <a:off x="838199" y="2448047"/>
            <a:ext cx="10791306" cy="1868486"/>
          </a:xfrm>
        </p:spPr>
        <p:txBody>
          <a:bodyPr>
            <a:normAutofit fontScale="90000"/>
          </a:bodyPr>
          <a:lstStyle/>
          <a:p>
            <a:pPr algn="ctr"/>
            <a:r>
              <a:rPr lang="en-US" b="1" dirty="0">
                <a:solidFill>
                  <a:srgbClr val="8D372D"/>
                </a:solidFill>
                <a:latin typeface="+mn-lt"/>
              </a:rPr>
              <a:t>Challenge: </a:t>
            </a:r>
            <a:r>
              <a:rPr lang="en-US" b="1" dirty="0">
                <a:solidFill>
                  <a:srgbClr val="1B284F"/>
                </a:solidFill>
                <a:latin typeface="+mn-lt"/>
              </a:rPr>
              <a:t>Planning scenarios are inherently counterfactual, so how do we evaluate them (i.e., hold ourselves accountable)</a:t>
            </a:r>
            <a:r>
              <a:rPr lang="en-US" b="1" dirty="0">
                <a:solidFill>
                  <a:srgbClr val="1B284F"/>
                </a:solidFill>
              </a:rPr>
              <a:t>.</a:t>
            </a:r>
            <a:endParaRPr lang="en-US" b="1" dirty="0">
              <a:solidFill>
                <a:srgbClr val="1B284F"/>
              </a:solidFill>
              <a:latin typeface="+mn-lt"/>
            </a:endParaRPr>
          </a:p>
        </p:txBody>
      </p:sp>
      <p:pic>
        <p:nvPicPr>
          <p:cNvPr id="3" name="Content Placeholder 19">
            <a:extLst>
              <a:ext uri="{FF2B5EF4-FFF2-40B4-BE49-F238E27FC236}">
                <a16:creationId xmlns:a16="http://schemas.microsoft.com/office/drawing/2014/main" id="{AD077A70-C44F-36C5-C27A-889759FA5562}"/>
              </a:ext>
            </a:extLst>
          </p:cNvPr>
          <p:cNvPicPr>
            <a:picLocks noChangeAspect="1"/>
          </p:cNvPicPr>
          <p:nvPr/>
        </p:nvPicPr>
        <p:blipFill>
          <a:blip r:embed="rId2"/>
          <a:stretch>
            <a:fillRect/>
          </a:stretch>
        </p:blipFill>
        <p:spPr>
          <a:xfrm>
            <a:off x="9754023" y="4721067"/>
            <a:ext cx="1994724" cy="1994724"/>
          </a:xfrm>
          <a:prstGeom prst="rect">
            <a:avLst/>
          </a:prstGeom>
          <a:ln>
            <a:noFill/>
          </a:ln>
          <a:effectLst>
            <a:softEdge rad="112500"/>
          </a:effectLst>
        </p:spPr>
      </p:pic>
    </p:spTree>
    <p:extLst>
      <p:ext uri="{BB962C8B-B14F-4D97-AF65-F5344CB8AC3E}">
        <p14:creationId xmlns:p14="http://schemas.microsoft.com/office/powerpoint/2010/main" val="2649241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raw.githubusercontent.com/midas-network/covid19-scenario-modeling-hub/master/previous-rounds/Round15_scenarios_table.PNG">
            <a:extLst>
              <a:ext uri="{FF2B5EF4-FFF2-40B4-BE49-F238E27FC236}">
                <a16:creationId xmlns:a16="http://schemas.microsoft.com/office/drawing/2014/main" id="{34E4B7A6-F358-4988-AE66-A24F9C9ACE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0647" y="311727"/>
            <a:ext cx="10269683" cy="623454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COVID-19 Scenario Modeling Hub logo">
            <a:extLst>
              <a:ext uri="{FF2B5EF4-FFF2-40B4-BE49-F238E27FC236}">
                <a16:creationId xmlns:a16="http://schemas.microsoft.com/office/drawing/2014/main" id="{7550A879-DAE9-4B44-9CE0-58F321EEEC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5714" y="454227"/>
            <a:ext cx="3391431" cy="60674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644415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F691B-EFA4-437F-B14F-D6015C14A46C}"/>
              </a:ext>
            </a:extLst>
          </p:cNvPr>
          <p:cNvSpPr>
            <a:spLocks noGrp="1"/>
          </p:cNvSpPr>
          <p:nvPr>
            <p:ph type="title"/>
          </p:nvPr>
        </p:nvSpPr>
        <p:spPr>
          <a:xfrm>
            <a:off x="838199" y="2448047"/>
            <a:ext cx="10791306" cy="1868486"/>
          </a:xfrm>
        </p:spPr>
        <p:txBody>
          <a:bodyPr>
            <a:normAutofit fontScale="90000"/>
          </a:bodyPr>
          <a:lstStyle/>
          <a:p>
            <a:pPr algn="ctr"/>
            <a:r>
              <a:rPr lang="en-US" b="1" dirty="0">
                <a:solidFill>
                  <a:srgbClr val="8D372D"/>
                </a:solidFill>
                <a:latin typeface="+mn-lt"/>
              </a:rPr>
              <a:t>Conjecture: </a:t>
            </a:r>
            <a:r>
              <a:rPr lang="en-US" b="1" dirty="0">
                <a:solidFill>
                  <a:srgbClr val="1B284F"/>
                </a:solidFill>
              </a:rPr>
              <a:t>A full set of planning scenarios should be evaluated in relation to how useful it is.</a:t>
            </a:r>
            <a:endParaRPr lang="en-US" b="1" dirty="0">
              <a:solidFill>
                <a:srgbClr val="1B284F"/>
              </a:solidFill>
              <a:latin typeface="+mn-lt"/>
            </a:endParaRPr>
          </a:p>
        </p:txBody>
      </p:sp>
    </p:spTree>
    <p:extLst>
      <p:ext uri="{BB962C8B-B14F-4D97-AF65-F5344CB8AC3E}">
        <p14:creationId xmlns:p14="http://schemas.microsoft.com/office/powerpoint/2010/main" val="3373185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F691B-EFA4-437F-B14F-D6015C14A46C}"/>
              </a:ext>
            </a:extLst>
          </p:cNvPr>
          <p:cNvSpPr>
            <a:spLocks noGrp="1"/>
          </p:cNvSpPr>
          <p:nvPr>
            <p:ph type="title"/>
          </p:nvPr>
        </p:nvSpPr>
        <p:spPr>
          <a:xfrm>
            <a:off x="838200" y="2448047"/>
            <a:ext cx="10515600" cy="1868486"/>
          </a:xfrm>
        </p:spPr>
        <p:txBody>
          <a:bodyPr>
            <a:normAutofit fontScale="90000"/>
          </a:bodyPr>
          <a:lstStyle/>
          <a:p>
            <a:pPr algn="ctr"/>
            <a:r>
              <a:rPr lang="en-US" b="1" dirty="0">
                <a:solidFill>
                  <a:srgbClr val="8D372D"/>
                </a:solidFill>
                <a:latin typeface="+mn-lt"/>
              </a:rPr>
              <a:t>Conjecture: </a:t>
            </a:r>
            <a:r>
              <a:rPr lang="en-US" b="1" dirty="0">
                <a:solidFill>
                  <a:srgbClr val="1B284F"/>
                </a:solidFill>
              </a:rPr>
              <a:t>A predictive model is only useful if it helps use respond to future events.</a:t>
            </a:r>
            <a:endParaRPr lang="en-US" b="1" dirty="0">
              <a:solidFill>
                <a:srgbClr val="1B284F"/>
              </a:solidFill>
              <a:latin typeface="+mn-lt"/>
            </a:endParaRPr>
          </a:p>
        </p:txBody>
      </p:sp>
      <p:sp>
        <p:nvSpPr>
          <p:cNvPr id="4" name="Title 1">
            <a:extLst>
              <a:ext uri="{FF2B5EF4-FFF2-40B4-BE49-F238E27FC236}">
                <a16:creationId xmlns:a16="http://schemas.microsoft.com/office/drawing/2014/main" id="{0A6415E4-D1E5-DA3D-A969-A23F8FFDA9B5}"/>
              </a:ext>
            </a:extLst>
          </p:cNvPr>
          <p:cNvSpPr txBox="1">
            <a:spLocks/>
          </p:cNvSpPr>
          <p:nvPr/>
        </p:nvSpPr>
        <p:spPr>
          <a:xfrm>
            <a:off x="891988" y="3586058"/>
            <a:ext cx="10515600" cy="2145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i="1" dirty="0">
                <a:latin typeface="+mn-lt"/>
              </a:rPr>
              <a:t>So what does it mean to respond?</a:t>
            </a:r>
          </a:p>
        </p:txBody>
      </p:sp>
    </p:spTree>
    <p:extLst>
      <p:ext uri="{BB962C8B-B14F-4D97-AF65-F5344CB8AC3E}">
        <p14:creationId xmlns:p14="http://schemas.microsoft.com/office/powerpoint/2010/main" val="1778234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B1189-FD8F-4542-B7A9-90983E22582B}"/>
              </a:ext>
            </a:extLst>
          </p:cNvPr>
          <p:cNvSpPr>
            <a:spLocks noGrp="1"/>
          </p:cNvSpPr>
          <p:nvPr>
            <p:ph type="title"/>
          </p:nvPr>
        </p:nvSpPr>
        <p:spPr/>
        <p:txBody>
          <a:bodyPr/>
          <a:lstStyle/>
          <a:p>
            <a:pPr algn="ctr"/>
            <a:r>
              <a:rPr lang="en-US" dirty="0"/>
              <a:t>Response is about modifying a utility function.</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1FB5A588-908E-485A-8CD0-A382E1CEE96A}"/>
                  </a:ext>
                </a:extLst>
              </p:cNvPr>
              <p:cNvSpPr txBox="1"/>
              <p:nvPr/>
            </p:nvSpPr>
            <p:spPr>
              <a:xfrm>
                <a:off x="3181679" y="2922225"/>
                <a:ext cx="5456494" cy="8309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5400" b="0" i="1" smtClean="0">
                          <a:latin typeface="Cambria Math" panose="02040503050406030204" pitchFamily="18" charset="0"/>
                        </a:rPr>
                        <m:t>𝑈</m:t>
                      </m:r>
                      <m:r>
                        <a:rPr lang="en-US" sz="5400" b="0" i="1" smtClean="0">
                          <a:latin typeface="Cambria Math" panose="02040503050406030204" pitchFamily="18" charset="0"/>
                        </a:rPr>
                        <m:t>=∑</m:t>
                      </m:r>
                      <m:r>
                        <a:rPr lang="en-US" sz="5400" b="0" i="1" smtClean="0">
                          <a:latin typeface="Cambria Math" panose="02040503050406030204" pitchFamily="18" charset="0"/>
                        </a:rPr>
                        <m:t>𝑢</m:t>
                      </m:r>
                      <m:d>
                        <m:dPr>
                          <m:ctrlPr>
                            <a:rPr lang="en-US" sz="5400" b="0" i="1" smtClean="0">
                              <a:latin typeface="Cambria Math" panose="02040503050406030204" pitchFamily="18" charset="0"/>
                            </a:rPr>
                          </m:ctrlPr>
                        </m:dPr>
                        <m:e>
                          <m:sSub>
                            <m:sSubPr>
                              <m:ctrlPr>
                                <a:rPr lang="en-US" sz="5400" b="0" i="1" smtClean="0">
                                  <a:latin typeface="Cambria Math" panose="02040503050406030204" pitchFamily="18" charset="0"/>
                                </a:rPr>
                              </m:ctrlPr>
                            </m:sSubPr>
                            <m:e>
                              <m:r>
                                <a:rPr lang="en-US" sz="5400" b="0" i="1" smtClean="0">
                                  <a:latin typeface="Cambria Math" panose="02040503050406030204" pitchFamily="18" charset="0"/>
                                </a:rPr>
                                <m:t>𝑦</m:t>
                              </m:r>
                            </m:e>
                            <m:sub>
                              <m:r>
                                <a:rPr lang="en-US" sz="5400" b="0" i="1" smtClean="0">
                                  <a:latin typeface="Cambria Math" panose="02040503050406030204" pitchFamily="18" charset="0"/>
                                </a:rPr>
                                <m:t>𝑖</m:t>
                              </m:r>
                            </m:sub>
                          </m:sSub>
                        </m:e>
                      </m:d>
                      <m:r>
                        <m:rPr>
                          <m:sty m:val="p"/>
                        </m:rPr>
                        <a:rPr lang="en-US" sz="5400" b="0" i="0" smtClean="0">
                          <a:latin typeface="Cambria Math" panose="02040503050406030204" pitchFamily="18" charset="0"/>
                        </a:rPr>
                        <m:t>Pr</m:t>
                      </m:r>
                      <m:r>
                        <a:rPr lang="en-US" sz="5400" b="0" i="1" smtClean="0">
                          <a:latin typeface="Cambria Math" panose="02040503050406030204" pitchFamily="18" charset="0"/>
                        </a:rPr>
                        <m:t>⁡(</m:t>
                      </m:r>
                      <m:sSub>
                        <m:sSubPr>
                          <m:ctrlPr>
                            <a:rPr lang="en-US" sz="5400" b="0" i="1" smtClean="0">
                              <a:latin typeface="Cambria Math" panose="02040503050406030204" pitchFamily="18" charset="0"/>
                            </a:rPr>
                          </m:ctrlPr>
                        </m:sSubPr>
                        <m:e>
                          <m:r>
                            <a:rPr lang="en-US" sz="5400" b="0" i="1" smtClean="0">
                              <a:latin typeface="Cambria Math" panose="02040503050406030204" pitchFamily="18" charset="0"/>
                            </a:rPr>
                            <m:t>𝑦</m:t>
                          </m:r>
                        </m:e>
                        <m:sub>
                          <m:r>
                            <a:rPr lang="en-US" sz="5400" b="0" i="1" smtClean="0">
                              <a:latin typeface="Cambria Math" panose="02040503050406030204" pitchFamily="18" charset="0"/>
                            </a:rPr>
                            <m:t>𝑖</m:t>
                          </m:r>
                        </m:sub>
                      </m:sSub>
                      <m:r>
                        <a:rPr lang="en-US" sz="5400" b="0" i="1" smtClean="0">
                          <a:latin typeface="Cambria Math" panose="02040503050406030204" pitchFamily="18" charset="0"/>
                        </a:rPr>
                        <m:t>)</m:t>
                      </m:r>
                    </m:oMath>
                  </m:oMathPara>
                </a14:m>
                <a:endParaRPr lang="en-US" sz="5400" dirty="0"/>
              </a:p>
            </p:txBody>
          </p:sp>
        </mc:Choice>
        <mc:Fallback>
          <p:sp>
            <p:nvSpPr>
              <p:cNvPr id="6" name="TextBox 5">
                <a:extLst>
                  <a:ext uri="{FF2B5EF4-FFF2-40B4-BE49-F238E27FC236}">
                    <a16:creationId xmlns:a16="http://schemas.microsoft.com/office/drawing/2014/main" id="{1FB5A588-908E-485A-8CD0-A382E1CEE96A}"/>
                  </a:ext>
                </a:extLst>
              </p:cNvPr>
              <p:cNvSpPr txBox="1">
                <a:spLocks noRot="1" noChangeAspect="1" noMove="1" noResize="1" noEditPoints="1" noAdjustHandles="1" noChangeArrowheads="1" noChangeShapeType="1" noTextEdit="1"/>
              </p:cNvSpPr>
              <p:nvPr/>
            </p:nvSpPr>
            <p:spPr>
              <a:xfrm>
                <a:off x="3181679" y="2922225"/>
                <a:ext cx="5456494" cy="830997"/>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66997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B1189-FD8F-4542-B7A9-90983E22582B}"/>
              </a:ext>
            </a:extLst>
          </p:cNvPr>
          <p:cNvSpPr>
            <a:spLocks noGrp="1"/>
          </p:cNvSpPr>
          <p:nvPr>
            <p:ph type="title"/>
          </p:nvPr>
        </p:nvSpPr>
        <p:spPr/>
        <p:txBody>
          <a:bodyPr/>
          <a:lstStyle/>
          <a:p>
            <a:pPr algn="ctr"/>
            <a:r>
              <a:rPr lang="en-US" dirty="0"/>
              <a:t>Two types of response</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1FB5A588-908E-485A-8CD0-A382E1CEE96A}"/>
                  </a:ext>
                </a:extLst>
              </p:cNvPr>
              <p:cNvSpPr txBox="1"/>
              <p:nvPr/>
            </p:nvSpPr>
            <p:spPr>
              <a:xfrm>
                <a:off x="3081293" y="1690688"/>
                <a:ext cx="5450466" cy="8309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5400" b="0" i="1" smtClean="0">
                          <a:latin typeface="Cambria Math" panose="02040503050406030204" pitchFamily="18" charset="0"/>
                        </a:rPr>
                        <m:t>𝑈</m:t>
                      </m:r>
                      <m:r>
                        <a:rPr lang="en-US" sz="5400" b="0" i="1" smtClean="0">
                          <a:latin typeface="Cambria Math" panose="02040503050406030204" pitchFamily="18" charset="0"/>
                        </a:rPr>
                        <m:t>=∑</m:t>
                      </m:r>
                      <m:r>
                        <a:rPr lang="en-US" sz="5400" b="0" i="1" smtClean="0">
                          <a:latin typeface="Cambria Math" panose="02040503050406030204" pitchFamily="18" charset="0"/>
                        </a:rPr>
                        <m:t>𝑢</m:t>
                      </m:r>
                      <m:d>
                        <m:dPr>
                          <m:ctrlPr>
                            <a:rPr lang="en-US" sz="5400" b="0" i="1" smtClean="0">
                              <a:latin typeface="Cambria Math" panose="02040503050406030204" pitchFamily="18" charset="0"/>
                            </a:rPr>
                          </m:ctrlPr>
                        </m:dPr>
                        <m:e>
                          <m:sSub>
                            <m:sSubPr>
                              <m:ctrlPr>
                                <a:rPr lang="en-US" sz="5400" b="0" i="1" smtClean="0">
                                  <a:latin typeface="Cambria Math" panose="02040503050406030204" pitchFamily="18" charset="0"/>
                                </a:rPr>
                              </m:ctrlPr>
                            </m:sSubPr>
                            <m:e>
                              <m:r>
                                <a:rPr lang="en-US" sz="5400" b="0" i="1" smtClean="0">
                                  <a:latin typeface="Cambria Math" panose="02040503050406030204" pitchFamily="18" charset="0"/>
                                </a:rPr>
                                <m:t>𝑦</m:t>
                              </m:r>
                            </m:e>
                            <m:sub>
                              <m:r>
                                <a:rPr lang="en-US" sz="5400" b="0" i="1" smtClean="0">
                                  <a:latin typeface="Cambria Math" panose="02040503050406030204" pitchFamily="18" charset="0"/>
                                </a:rPr>
                                <m:t>𝑖</m:t>
                              </m:r>
                            </m:sub>
                          </m:sSub>
                        </m:e>
                      </m:d>
                      <m:r>
                        <m:rPr>
                          <m:sty m:val="p"/>
                        </m:rPr>
                        <a:rPr lang="en-US" sz="5400" b="0" i="0" smtClean="0">
                          <a:latin typeface="Cambria Math" panose="02040503050406030204" pitchFamily="18" charset="0"/>
                        </a:rPr>
                        <m:t>Pr</m:t>
                      </m:r>
                      <m:r>
                        <a:rPr lang="en-US" sz="5400" b="0" i="1" smtClean="0">
                          <a:latin typeface="Cambria Math" panose="02040503050406030204" pitchFamily="18" charset="0"/>
                        </a:rPr>
                        <m:t>⁡(</m:t>
                      </m:r>
                      <m:sSub>
                        <m:sSubPr>
                          <m:ctrlPr>
                            <a:rPr lang="en-US" sz="5400" b="0" i="1" smtClean="0">
                              <a:latin typeface="Cambria Math" panose="02040503050406030204" pitchFamily="18" charset="0"/>
                            </a:rPr>
                          </m:ctrlPr>
                        </m:sSubPr>
                        <m:e>
                          <m:r>
                            <a:rPr lang="en-US" sz="5400" b="0" i="1" smtClean="0">
                              <a:latin typeface="Cambria Math" panose="02040503050406030204" pitchFamily="18" charset="0"/>
                            </a:rPr>
                            <m:t>𝑦</m:t>
                          </m:r>
                        </m:e>
                        <m:sub>
                          <m:r>
                            <a:rPr lang="en-US" sz="5400" b="0" i="1" smtClean="0">
                              <a:latin typeface="Cambria Math" panose="02040503050406030204" pitchFamily="18" charset="0"/>
                            </a:rPr>
                            <m:t>𝑖</m:t>
                          </m:r>
                        </m:sub>
                      </m:sSub>
                      <m:r>
                        <a:rPr lang="en-US" sz="5400" b="0" i="1" smtClean="0">
                          <a:latin typeface="Cambria Math" panose="02040503050406030204" pitchFamily="18" charset="0"/>
                        </a:rPr>
                        <m:t>)</m:t>
                      </m:r>
                    </m:oMath>
                  </m:oMathPara>
                </a14:m>
                <a:endParaRPr lang="en-US" sz="5400" dirty="0"/>
              </a:p>
            </p:txBody>
          </p:sp>
        </mc:Choice>
        <mc:Fallback>
          <p:sp>
            <p:nvSpPr>
              <p:cNvPr id="6" name="TextBox 5">
                <a:extLst>
                  <a:ext uri="{FF2B5EF4-FFF2-40B4-BE49-F238E27FC236}">
                    <a16:creationId xmlns:a16="http://schemas.microsoft.com/office/drawing/2014/main" id="{1FB5A588-908E-485A-8CD0-A382E1CEE96A}"/>
                  </a:ext>
                </a:extLst>
              </p:cNvPr>
              <p:cNvSpPr txBox="1">
                <a:spLocks noRot="1" noChangeAspect="1" noMove="1" noResize="1" noEditPoints="1" noAdjustHandles="1" noChangeArrowheads="1" noChangeShapeType="1" noTextEdit="1"/>
              </p:cNvSpPr>
              <p:nvPr/>
            </p:nvSpPr>
            <p:spPr>
              <a:xfrm>
                <a:off x="3081293" y="1690688"/>
                <a:ext cx="5450466" cy="830997"/>
              </a:xfrm>
              <a:prstGeom prst="rect">
                <a:avLst/>
              </a:prstGeom>
              <a:blipFill>
                <a:blip r:embed="rId3"/>
                <a:stretch>
                  <a:fillRect/>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id="{07B4AFC6-17A5-45A1-9EE1-462ACC2336D0}"/>
              </a:ext>
            </a:extLst>
          </p:cNvPr>
          <p:cNvSpPr/>
          <p:nvPr/>
        </p:nvSpPr>
        <p:spPr>
          <a:xfrm>
            <a:off x="5037584" y="1743442"/>
            <a:ext cx="1547446" cy="870438"/>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5AF03EA-1C37-4D8E-A994-051801E7BD86}"/>
              </a:ext>
            </a:extLst>
          </p:cNvPr>
          <p:cNvSpPr/>
          <p:nvPr/>
        </p:nvSpPr>
        <p:spPr>
          <a:xfrm>
            <a:off x="6629423" y="1743442"/>
            <a:ext cx="1863970" cy="870438"/>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Connector: Elbow 11">
            <a:extLst>
              <a:ext uri="{FF2B5EF4-FFF2-40B4-BE49-F238E27FC236}">
                <a16:creationId xmlns:a16="http://schemas.microsoft.com/office/drawing/2014/main" id="{B789C3D3-E18A-499D-A6CF-88DECED7F376}"/>
              </a:ext>
            </a:extLst>
          </p:cNvPr>
          <p:cNvCxnSpPr>
            <a:cxnSpLocks/>
            <a:stCxn id="13" idx="3"/>
            <a:endCxn id="7" idx="2"/>
          </p:cNvCxnSpPr>
          <p:nvPr/>
        </p:nvCxnSpPr>
        <p:spPr>
          <a:xfrm flipV="1">
            <a:off x="1874873" y="2613880"/>
            <a:ext cx="3936434" cy="1143613"/>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86864D1A-1FA8-440A-99A1-C855D648F2E7}"/>
              </a:ext>
            </a:extLst>
          </p:cNvPr>
          <p:cNvSpPr txBox="1"/>
          <p:nvPr/>
        </p:nvSpPr>
        <p:spPr>
          <a:xfrm>
            <a:off x="76560" y="3465105"/>
            <a:ext cx="1798313" cy="584775"/>
          </a:xfrm>
          <a:prstGeom prst="rect">
            <a:avLst/>
          </a:prstGeom>
          <a:noFill/>
        </p:spPr>
        <p:txBody>
          <a:bodyPr wrap="none" rtlCol="0">
            <a:spAutoFit/>
          </a:bodyPr>
          <a:lstStyle/>
          <a:p>
            <a:r>
              <a:rPr lang="en-US" sz="3200" dirty="0"/>
              <a:t>Preparing</a:t>
            </a:r>
          </a:p>
        </p:txBody>
      </p:sp>
      <p:sp>
        <p:nvSpPr>
          <p:cNvPr id="20" name="TextBox 19">
            <a:extLst>
              <a:ext uri="{FF2B5EF4-FFF2-40B4-BE49-F238E27FC236}">
                <a16:creationId xmlns:a16="http://schemas.microsoft.com/office/drawing/2014/main" id="{000CC2CD-5AD3-42FF-88A3-B61454E7C045}"/>
              </a:ext>
            </a:extLst>
          </p:cNvPr>
          <p:cNvSpPr txBox="1"/>
          <p:nvPr/>
        </p:nvSpPr>
        <p:spPr>
          <a:xfrm>
            <a:off x="9917323" y="3465104"/>
            <a:ext cx="2091791" cy="584775"/>
          </a:xfrm>
          <a:prstGeom prst="rect">
            <a:avLst/>
          </a:prstGeom>
          <a:noFill/>
        </p:spPr>
        <p:txBody>
          <a:bodyPr wrap="none" rtlCol="0">
            <a:spAutoFit/>
          </a:bodyPr>
          <a:lstStyle/>
          <a:p>
            <a:r>
              <a:rPr lang="en-US" sz="3200" dirty="0"/>
              <a:t>Intervening</a:t>
            </a:r>
          </a:p>
        </p:txBody>
      </p:sp>
      <p:cxnSp>
        <p:nvCxnSpPr>
          <p:cNvPr id="22" name="Connector: Elbow 21">
            <a:extLst>
              <a:ext uri="{FF2B5EF4-FFF2-40B4-BE49-F238E27FC236}">
                <a16:creationId xmlns:a16="http://schemas.microsoft.com/office/drawing/2014/main" id="{DEADE9C3-8A16-41BA-A0EF-D9CC3177812F}"/>
              </a:ext>
            </a:extLst>
          </p:cNvPr>
          <p:cNvCxnSpPr>
            <a:cxnSpLocks/>
            <a:stCxn id="20" idx="1"/>
            <a:endCxn id="8" idx="2"/>
          </p:cNvCxnSpPr>
          <p:nvPr/>
        </p:nvCxnSpPr>
        <p:spPr>
          <a:xfrm rot="10800000">
            <a:off x="7561409" y="2613880"/>
            <a:ext cx="2355915" cy="1143612"/>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3ACAF4BA-3BAD-4500-8FDD-45CBE705170B}"/>
              </a:ext>
            </a:extLst>
          </p:cNvPr>
          <p:cNvSpPr/>
          <p:nvPr/>
        </p:nvSpPr>
        <p:spPr>
          <a:xfrm>
            <a:off x="74792" y="4129624"/>
            <a:ext cx="5734748" cy="1938992"/>
          </a:xfrm>
          <a:prstGeom prst="rect">
            <a:avLst/>
          </a:prstGeom>
        </p:spPr>
        <p:txBody>
          <a:bodyPr wrap="square">
            <a:spAutoFit/>
          </a:bodyPr>
          <a:lstStyle/>
          <a:p>
            <a:pPr marL="285750" indent="-285750">
              <a:buFont typeface="Arial" panose="020B0604020202020204" pitchFamily="34" charset="0"/>
              <a:buChar char="•"/>
            </a:pPr>
            <a:r>
              <a:rPr lang="en-US" sz="2400" dirty="0"/>
              <a:t>Taking actions that mitigate the impact of some future event or allow us to best benefit from that event.</a:t>
            </a:r>
          </a:p>
          <a:p>
            <a:pPr marL="742950" lvl="1" indent="-285750">
              <a:buFont typeface="Arial" panose="020B0604020202020204" pitchFamily="34" charset="0"/>
              <a:buChar char="•"/>
            </a:pPr>
            <a:r>
              <a:rPr lang="en-US" sz="2400" dirty="0"/>
              <a:t>E.g., wearing your raincoat, making an investment</a:t>
            </a:r>
          </a:p>
        </p:txBody>
      </p:sp>
      <p:sp>
        <p:nvSpPr>
          <p:cNvPr id="14" name="Rectangle 13">
            <a:extLst>
              <a:ext uri="{FF2B5EF4-FFF2-40B4-BE49-F238E27FC236}">
                <a16:creationId xmlns:a16="http://schemas.microsoft.com/office/drawing/2014/main" id="{05296FCA-FAD7-43B8-9A03-2AED154A9B5C}"/>
              </a:ext>
            </a:extLst>
          </p:cNvPr>
          <p:cNvSpPr/>
          <p:nvPr/>
        </p:nvSpPr>
        <p:spPr>
          <a:xfrm>
            <a:off x="6854813" y="4049879"/>
            <a:ext cx="5337187" cy="1938992"/>
          </a:xfrm>
          <a:prstGeom prst="rect">
            <a:avLst/>
          </a:prstGeom>
        </p:spPr>
        <p:txBody>
          <a:bodyPr wrap="square">
            <a:spAutoFit/>
          </a:bodyPr>
          <a:lstStyle/>
          <a:p>
            <a:pPr marL="285750" indent="-285750">
              <a:buFont typeface="Arial" panose="020B0604020202020204" pitchFamily="34" charset="0"/>
              <a:buChar char="•"/>
            </a:pPr>
            <a:r>
              <a:rPr lang="en-US" sz="2400" dirty="0"/>
              <a:t>Intervening: Taking actions that prevent or lower the probability of some forecast future event	</a:t>
            </a:r>
          </a:p>
          <a:p>
            <a:pPr marL="742950" lvl="1" indent="-285750">
              <a:buFont typeface="Arial" panose="020B0604020202020204" pitchFamily="34" charset="0"/>
              <a:buChar char="•"/>
            </a:pPr>
            <a:r>
              <a:rPr lang="en-US" sz="2400" dirty="0"/>
              <a:t>E.g., lockdowns, reducing carbon emissions</a:t>
            </a:r>
          </a:p>
        </p:txBody>
      </p:sp>
    </p:spTree>
    <p:extLst>
      <p:ext uri="{BB962C8B-B14F-4D97-AF65-F5344CB8AC3E}">
        <p14:creationId xmlns:p14="http://schemas.microsoft.com/office/powerpoint/2010/main" val="3396045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Rectangle 3">
                <a:extLst>
                  <a:ext uri="{FF2B5EF4-FFF2-40B4-BE49-F238E27FC236}">
                    <a16:creationId xmlns:a16="http://schemas.microsoft.com/office/drawing/2014/main" id="{DC173296-1ABD-469C-8873-42DF1E252AA6}"/>
                  </a:ext>
                </a:extLst>
              </p:cNvPr>
              <p:cNvSpPr/>
              <p:nvPr/>
            </p:nvSpPr>
            <p:spPr>
              <a:xfrm>
                <a:off x="224378" y="3620419"/>
                <a:ext cx="3186257"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000" i="1" smtClean="0">
                          <a:latin typeface="Cambria Math" panose="02040503050406030204" pitchFamily="18" charset="0"/>
                        </a:rPr>
                        <m:t>∑</m:t>
                      </m:r>
                      <m:r>
                        <a:rPr lang="en-US" sz="4000" i="1" smtClean="0">
                          <a:latin typeface="Cambria Math" panose="02040503050406030204" pitchFamily="18" charset="0"/>
                        </a:rPr>
                        <m:t>𝑢</m:t>
                      </m:r>
                      <m:d>
                        <m:dPr>
                          <m:ctrlPr>
                            <a:rPr lang="en-US" sz="4000" i="1">
                              <a:latin typeface="Cambria Math" panose="02040503050406030204" pitchFamily="18" charset="0"/>
                            </a:rPr>
                          </m:ctrlPr>
                        </m:dPr>
                        <m:e>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e>
                      </m:d>
                      <m:r>
                        <m:rPr>
                          <m:sty m:val="p"/>
                        </m:rPr>
                        <a:rPr lang="en-US" sz="4000">
                          <a:latin typeface="Cambria Math" panose="02040503050406030204" pitchFamily="18" charset="0"/>
                        </a:rPr>
                        <m:t>Pr</m:t>
                      </m:r>
                      <m:r>
                        <a:rPr lang="en-US" sz="4000" i="1">
                          <a:latin typeface="Cambria Math" panose="02040503050406030204" pitchFamily="18" charset="0"/>
                        </a:rPr>
                        <m:t>⁡(</m:t>
                      </m:r>
                      <m:sSub>
                        <m:sSubPr>
                          <m:ctrlPr>
                            <a:rPr lang="en-US" sz="4000" i="1">
                              <a:latin typeface="Cambria Math" panose="02040503050406030204" pitchFamily="18" charset="0"/>
                            </a:rPr>
                          </m:ctrlPr>
                        </m:sSubPr>
                        <m:e>
                          <m:r>
                            <a:rPr lang="en-US" sz="4000" i="1">
                              <a:latin typeface="Cambria Math" panose="02040503050406030204" pitchFamily="18" charset="0"/>
                            </a:rPr>
                            <m:t>𝑥</m:t>
                          </m:r>
                        </m:e>
                        <m:sub>
                          <m:r>
                            <a:rPr lang="en-US" sz="4000" i="1">
                              <a:latin typeface="Cambria Math" panose="02040503050406030204" pitchFamily="18" charset="0"/>
                            </a:rPr>
                            <m:t>𝑖</m:t>
                          </m:r>
                        </m:sub>
                      </m:sSub>
                      <m:r>
                        <a:rPr lang="en-US" sz="4000" i="1">
                          <a:latin typeface="Cambria Math" panose="02040503050406030204" pitchFamily="18" charset="0"/>
                        </a:rPr>
                        <m:t>)</m:t>
                      </m:r>
                    </m:oMath>
                  </m:oMathPara>
                </a14:m>
                <a:endParaRPr lang="en-US" sz="4000" dirty="0"/>
              </a:p>
            </p:txBody>
          </p:sp>
        </mc:Choice>
        <mc:Fallback>
          <p:sp>
            <p:nvSpPr>
              <p:cNvPr id="4" name="Rectangle 3">
                <a:extLst>
                  <a:ext uri="{FF2B5EF4-FFF2-40B4-BE49-F238E27FC236}">
                    <a16:creationId xmlns:a16="http://schemas.microsoft.com/office/drawing/2014/main" id="{DC173296-1ABD-469C-8873-42DF1E252AA6}"/>
                  </a:ext>
                </a:extLst>
              </p:cNvPr>
              <p:cNvSpPr>
                <a:spLocks noRot="1" noChangeAspect="1" noMove="1" noResize="1" noEditPoints="1" noAdjustHandles="1" noChangeArrowheads="1" noChangeShapeType="1" noTextEdit="1"/>
              </p:cNvSpPr>
              <p:nvPr/>
            </p:nvSpPr>
            <p:spPr>
              <a:xfrm>
                <a:off x="224378" y="3620419"/>
                <a:ext cx="3186257" cy="707886"/>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Rectangle 6">
                <a:extLst>
                  <a:ext uri="{FF2B5EF4-FFF2-40B4-BE49-F238E27FC236}">
                    <a16:creationId xmlns:a16="http://schemas.microsoft.com/office/drawing/2014/main" id="{52FEF49C-35FE-4FAA-9AA4-4BDD8E6A4A02}"/>
                  </a:ext>
                </a:extLst>
              </p:cNvPr>
              <p:cNvSpPr/>
              <p:nvPr/>
            </p:nvSpPr>
            <p:spPr>
              <a:xfrm>
                <a:off x="4467965" y="1471794"/>
                <a:ext cx="5880328"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𝑐</m:t>
                      </m:r>
                      <m:d>
                        <m:dPr>
                          <m:ctrlPr>
                            <a:rPr lang="en-US" sz="4000" b="0" i="1" smtClean="0">
                              <a:latin typeface="Cambria Math" panose="02040503050406030204" pitchFamily="18" charset="0"/>
                            </a:rPr>
                          </m:ctrlPr>
                        </m:dPr>
                        <m:e>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1</m:t>
                              </m:r>
                            </m:sub>
                          </m:sSub>
                        </m:e>
                      </m:d>
                      <m:r>
                        <a:rPr lang="en-US" sz="4000" b="0" i="1" smtClean="0">
                          <a:latin typeface="Cambria Math" panose="02040503050406030204" pitchFamily="18" charset="0"/>
                        </a:rPr>
                        <m:t>+</m:t>
                      </m:r>
                      <m:r>
                        <a:rPr lang="en-US" sz="4000" i="1" smtClean="0">
                          <a:latin typeface="Cambria Math" panose="02040503050406030204" pitchFamily="18" charset="0"/>
                        </a:rPr>
                        <m:t>∑</m:t>
                      </m:r>
                      <m:r>
                        <a:rPr lang="en-US" sz="4000" i="1" smtClean="0">
                          <a:latin typeface="Cambria Math" panose="02040503050406030204" pitchFamily="18" charset="0"/>
                        </a:rPr>
                        <m:t>𝑢</m:t>
                      </m:r>
                      <m:d>
                        <m:dPr>
                          <m:ctrlPr>
                            <a:rPr lang="en-US" sz="4000" i="1">
                              <a:latin typeface="Cambria Math" panose="02040503050406030204" pitchFamily="18" charset="0"/>
                            </a:rPr>
                          </m:ctrlPr>
                        </m:dPr>
                        <m:e>
                          <m:sSub>
                            <m:sSubPr>
                              <m:ctrlPr>
                                <a:rPr lang="en-US" sz="4000" i="1" smtClean="0">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e>
                      </m:d>
                      <m:r>
                        <m:rPr>
                          <m:sty m:val="p"/>
                        </m:rPr>
                        <a:rPr lang="en-US" sz="4000">
                          <a:latin typeface="Cambria Math" panose="02040503050406030204" pitchFamily="18" charset="0"/>
                        </a:rPr>
                        <m:t>Pr</m:t>
                      </m:r>
                      <m:r>
                        <a:rPr lang="en-US" sz="4000" i="1">
                          <a:latin typeface="Cambria Math" panose="02040503050406030204" pitchFamily="18" charset="0"/>
                        </a:rPr>
                        <m:t>⁡(</m:t>
                      </m:r>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1</m:t>
                          </m:r>
                        </m:sub>
                      </m:sSub>
                      <m:r>
                        <a:rPr lang="en-US" sz="4000" i="1">
                          <a:latin typeface="Cambria Math" panose="02040503050406030204" pitchFamily="18" charset="0"/>
                        </a:rPr>
                        <m:t>)</m:t>
                      </m:r>
                    </m:oMath>
                  </m:oMathPara>
                </a14:m>
                <a:endParaRPr lang="en-US" sz="4000" dirty="0"/>
              </a:p>
            </p:txBody>
          </p:sp>
        </mc:Choice>
        <mc:Fallback>
          <p:sp>
            <p:nvSpPr>
              <p:cNvPr id="7" name="Rectangle 6">
                <a:extLst>
                  <a:ext uri="{FF2B5EF4-FFF2-40B4-BE49-F238E27FC236}">
                    <a16:creationId xmlns:a16="http://schemas.microsoft.com/office/drawing/2014/main" id="{52FEF49C-35FE-4FAA-9AA4-4BDD8E6A4A02}"/>
                  </a:ext>
                </a:extLst>
              </p:cNvPr>
              <p:cNvSpPr>
                <a:spLocks noRot="1" noChangeAspect="1" noMove="1" noResize="1" noEditPoints="1" noAdjustHandles="1" noChangeArrowheads="1" noChangeShapeType="1" noTextEdit="1"/>
              </p:cNvSpPr>
              <p:nvPr/>
            </p:nvSpPr>
            <p:spPr>
              <a:xfrm>
                <a:off x="4467965" y="1471794"/>
                <a:ext cx="5880328" cy="70788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Rectangle 7">
                <a:extLst>
                  <a:ext uri="{FF2B5EF4-FFF2-40B4-BE49-F238E27FC236}">
                    <a16:creationId xmlns:a16="http://schemas.microsoft.com/office/drawing/2014/main" id="{30DC7C06-285E-4EF6-9DB1-19B4F3523EA3}"/>
                  </a:ext>
                </a:extLst>
              </p:cNvPr>
              <p:cNvSpPr/>
              <p:nvPr/>
            </p:nvSpPr>
            <p:spPr>
              <a:xfrm>
                <a:off x="4391661" y="2463015"/>
                <a:ext cx="5904052"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𝑐</m:t>
                      </m:r>
                      <m:d>
                        <m:dPr>
                          <m:ctrlPr>
                            <a:rPr lang="en-US" sz="4000" b="0" i="1" smtClean="0">
                              <a:latin typeface="Cambria Math" panose="02040503050406030204" pitchFamily="18" charset="0"/>
                            </a:rPr>
                          </m:ctrlPr>
                        </m:dPr>
                        <m:e>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2</m:t>
                              </m:r>
                            </m:sub>
                          </m:sSub>
                        </m:e>
                      </m:d>
                      <m:r>
                        <a:rPr lang="en-US" sz="4000" b="0" i="1" smtClean="0">
                          <a:latin typeface="Cambria Math" panose="02040503050406030204" pitchFamily="18" charset="0"/>
                        </a:rPr>
                        <m:t>+</m:t>
                      </m:r>
                      <m:r>
                        <a:rPr lang="en-US" sz="4000" i="1" smtClean="0">
                          <a:latin typeface="Cambria Math" panose="02040503050406030204" pitchFamily="18" charset="0"/>
                        </a:rPr>
                        <m:t>∑</m:t>
                      </m:r>
                      <m:r>
                        <a:rPr lang="en-US" sz="4000" i="1" smtClean="0">
                          <a:latin typeface="Cambria Math" panose="02040503050406030204" pitchFamily="18" charset="0"/>
                        </a:rPr>
                        <m:t>𝑢</m:t>
                      </m:r>
                      <m:d>
                        <m:dPr>
                          <m:ctrlPr>
                            <a:rPr lang="en-US" sz="4000" i="1">
                              <a:latin typeface="Cambria Math" panose="02040503050406030204" pitchFamily="18" charset="0"/>
                            </a:rPr>
                          </m:ctrlPr>
                        </m:dPr>
                        <m:e>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e>
                      </m:d>
                      <m:r>
                        <m:rPr>
                          <m:sty m:val="p"/>
                        </m:rPr>
                        <a:rPr lang="en-US" sz="4000">
                          <a:latin typeface="Cambria Math" panose="02040503050406030204" pitchFamily="18" charset="0"/>
                        </a:rPr>
                        <m:t>Pr</m:t>
                      </m:r>
                      <m:r>
                        <a:rPr lang="en-US" sz="4000" i="1">
                          <a:latin typeface="Cambria Math" panose="02040503050406030204" pitchFamily="18" charset="0"/>
                        </a:rPr>
                        <m:t>⁡(</m:t>
                      </m:r>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2</m:t>
                          </m:r>
                        </m:sub>
                      </m:sSub>
                      <m:r>
                        <a:rPr lang="en-US" sz="4000" i="1">
                          <a:latin typeface="Cambria Math" panose="02040503050406030204" pitchFamily="18" charset="0"/>
                        </a:rPr>
                        <m:t>)</m:t>
                      </m:r>
                    </m:oMath>
                  </m:oMathPara>
                </a14:m>
                <a:endParaRPr lang="en-US" sz="4000" dirty="0"/>
              </a:p>
            </p:txBody>
          </p:sp>
        </mc:Choice>
        <mc:Fallback>
          <p:sp>
            <p:nvSpPr>
              <p:cNvPr id="8" name="Rectangle 7">
                <a:extLst>
                  <a:ext uri="{FF2B5EF4-FFF2-40B4-BE49-F238E27FC236}">
                    <a16:creationId xmlns:a16="http://schemas.microsoft.com/office/drawing/2014/main" id="{30DC7C06-285E-4EF6-9DB1-19B4F3523EA3}"/>
                  </a:ext>
                </a:extLst>
              </p:cNvPr>
              <p:cNvSpPr>
                <a:spLocks noRot="1" noChangeAspect="1" noMove="1" noResize="1" noEditPoints="1" noAdjustHandles="1" noChangeArrowheads="1" noChangeShapeType="1" noTextEdit="1"/>
              </p:cNvSpPr>
              <p:nvPr/>
            </p:nvSpPr>
            <p:spPr>
              <a:xfrm>
                <a:off x="4391661" y="2463015"/>
                <a:ext cx="5904052" cy="70788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Rectangle 8">
                <a:extLst>
                  <a:ext uri="{FF2B5EF4-FFF2-40B4-BE49-F238E27FC236}">
                    <a16:creationId xmlns:a16="http://schemas.microsoft.com/office/drawing/2014/main" id="{67D3777F-1A1D-472E-9FF8-A87D93640AE7}"/>
                  </a:ext>
                </a:extLst>
              </p:cNvPr>
              <p:cNvSpPr/>
              <p:nvPr/>
            </p:nvSpPr>
            <p:spPr>
              <a:xfrm>
                <a:off x="4391660" y="3534108"/>
                <a:ext cx="5904052"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𝑐</m:t>
                      </m:r>
                      <m:d>
                        <m:dPr>
                          <m:ctrlPr>
                            <a:rPr lang="en-US" sz="4000" b="0" i="1" smtClean="0">
                              <a:latin typeface="Cambria Math" panose="02040503050406030204" pitchFamily="18" charset="0"/>
                            </a:rPr>
                          </m:ctrlPr>
                        </m:dPr>
                        <m:e>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3</m:t>
                              </m:r>
                            </m:sub>
                          </m:sSub>
                        </m:e>
                      </m:d>
                      <m:r>
                        <a:rPr lang="en-US" sz="4000" b="0" i="1" smtClean="0">
                          <a:latin typeface="Cambria Math" panose="02040503050406030204" pitchFamily="18" charset="0"/>
                        </a:rPr>
                        <m:t>+</m:t>
                      </m:r>
                      <m:r>
                        <a:rPr lang="en-US" sz="4000" i="1" smtClean="0">
                          <a:latin typeface="Cambria Math" panose="02040503050406030204" pitchFamily="18" charset="0"/>
                        </a:rPr>
                        <m:t>∑</m:t>
                      </m:r>
                      <m:r>
                        <a:rPr lang="en-US" sz="4000" i="1" smtClean="0">
                          <a:latin typeface="Cambria Math" panose="02040503050406030204" pitchFamily="18" charset="0"/>
                        </a:rPr>
                        <m:t>𝑢</m:t>
                      </m:r>
                      <m:d>
                        <m:dPr>
                          <m:ctrlPr>
                            <a:rPr lang="en-US" sz="4000" i="1">
                              <a:latin typeface="Cambria Math" panose="02040503050406030204" pitchFamily="18" charset="0"/>
                            </a:rPr>
                          </m:ctrlPr>
                        </m:dPr>
                        <m:e>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e>
                      </m:d>
                      <m:r>
                        <m:rPr>
                          <m:sty m:val="p"/>
                        </m:rPr>
                        <a:rPr lang="en-US" sz="4000">
                          <a:latin typeface="Cambria Math" panose="02040503050406030204" pitchFamily="18" charset="0"/>
                        </a:rPr>
                        <m:t>Pr</m:t>
                      </m:r>
                      <m:r>
                        <a:rPr lang="en-US" sz="4000" i="1">
                          <a:latin typeface="Cambria Math" panose="02040503050406030204" pitchFamily="18" charset="0"/>
                        </a:rPr>
                        <m:t>⁡(</m:t>
                      </m:r>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3</m:t>
                          </m:r>
                        </m:sub>
                      </m:sSub>
                      <m:r>
                        <a:rPr lang="en-US" sz="4000" i="1">
                          <a:latin typeface="Cambria Math" panose="02040503050406030204" pitchFamily="18" charset="0"/>
                        </a:rPr>
                        <m:t>)</m:t>
                      </m:r>
                    </m:oMath>
                  </m:oMathPara>
                </a14:m>
                <a:endParaRPr lang="en-US" sz="4000" dirty="0"/>
              </a:p>
            </p:txBody>
          </p:sp>
        </mc:Choice>
        <mc:Fallback>
          <p:sp>
            <p:nvSpPr>
              <p:cNvPr id="9" name="Rectangle 8">
                <a:extLst>
                  <a:ext uri="{FF2B5EF4-FFF2-40B4-BE49-F238E27FC236}">
                    <a16:creationId xmlns:a16="http://schemas.microsoft.com/office/drawing/2014/main" id="{67D3777F-1A1D-472E-9FF8-A87D93640AE7}"/>
                  </a:ext>
                </a:extLst>
              </p:cNvPr>
              <p:cNvSpPr>
                <a:spLocks noRot="1" noChangeAspect="1" noMove="1" noResize="1" noEditPoints="1" noAdjustHandles="1" noChangeArrowheads="1" noChangeShapeType="1" noTextEdit="1"/>
              </p:cNvSpPr>
              <p:nvPr/>
            </p:nvSpPr>
            <p:spPr>
              <a:xfrm>
                <a:off x="4391660" y="3534108"/>
                <a:ext cx="5904052" cy="70788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Rectangle 9">
                <a:extLst>
                  <a:ext uri="{FF2B5EF4-FFF2-40B4-BE49-F238E27FC236}">
                    <a16:creationId xmlns:a16="http://schemas.microsoft.com/office/drawing/2014/main" id="{D431E072-E5D1-4229-8622-EB6DC2CED6BF}"/>
                  </a:ext>
                </a:extLst>
              </p:cNvPr>
              <p:cNvSpPr/>
              <p:nvPr/>
            </p:nvSpPr>
            <p:spPr>
              <a:xfrm>
                <a:off x="4359464" y="4693206"/>
                <a:ext cx="5904052"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𝑐</m:t>
                      </m:r>
                      <m:d>
                        <m:dPr>
                          <m:ctrlPr>
                            <a:rPr lang="en-US" sz="4000" b="0" i="1" smtClean="0">
                              <a:latin typeface="Cambria Math" panose="02040503050406030204" pitchFamily="18" charset="0"/>
                            </a:rPr>
                          </m:ctrlPr>
                        </m:dPr>
                        <m:e>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4</m:t>
                              </m:r>
                            </m:sub>
                          </m:sSub>
                        </m:e>
                      </m:d>
                      <m:r>
                        <a:rPr lang="en-US" sz="4000" b="0" i="1" smtClean="0">
                          <a:latin typeface="Cambria Math" panose="02040503050406030204" pitchFamily="18" charset="0"/>
                        </a:rPr>
                        <m:t>+</m:t>
                      </m:r>
                      <m:r>
                        <a:rPr lang="en-US" sz="4000" i="1" smtClean="0">
                          <a:latin typeface="Cambria Math" panose="02040503050406030204" pitchFamily="18" charset="0"/>
                        </a:rPr>
                        <m:t>∑</m:t>
                      </m:r>
                      <m:r>
                        <a:rPr lang="en-US" sz="4000" i="1" smtClean="0">
                          <a:latin typeface="Cambria Math" panose="02040503050406030204" pitchFamily="18" charset="0"/>
                        </a:rPr>
                        <m:t>𝑢</m:t>
                      </m:r>
                      <m:d>
                        <m:dPr>
                          <m:ctrlPr>
                            <a:rPr lang="en-US" sz="4000" i="1">
                              <a:latin typeface="Cambria Math" panose="02040503050406030204" pitchFamily="18" charset="0"/>
                            </a:rPr>
                          </m:ctrlPr>
                        </m:dPr>
                        <m:e>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e>
                      </m:d>
                      <m:r>
                        <m:rPr>
                          <m:sty m:val="p"/>
                        </m:rPr>
                        <a:rPr lang="en-US" sz="4000">
                          <a:latin typeface="Cambria Math" panose="02040503050406030204" pitchFamily="18" charset="0"/>
                        </a:rPr>
                        <m:t>Pr</m:t>
                      </m:r>
                      <m:r>
                        <a:rPr lang="en-US" sz="4000" i="1">
                          <a:latin typeface="Cambria Math" panose="02040503050406030204" pitchFamily="18" charset="0"/>
                        </a:rPr>
                        <m:t>⁡(</m:t>
                      </m:r>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4</m:t>
                          </m:r>
                        </m:sub>
                      </m:sSub>
                      <m:r>
                        <a:rPr lang="en-US" sz="4000" i="1">
                          <a:latin typeface="Cambria Math" panose="02040503050406030204" pitchFamily="18" charset="0"/>
                        </a:rPr>
                        <m:t>)</m:t>
                      </m:r>
                    </m:oMath>
                  </m:oMathPara>
                </a14:m>
                <a:endParaRPr lang="en-US" sz="4000" dirty="0"/>
              </a:p>
            </p:txBody>
          </p:sp>
        </mc:Choice>
        <mc:Fallback>
          <p:sp>
            <p:nvSpPr>
              <p:cNvPr id="10" name="Rectangle 9">
                <a:extLst>
                  <a:ext uri="{FF2B5EF4-FFF2-40B4-BE49-F238E27FC236}">
                    <a16:creationId xmlns:a16="http://schemas.microsoft.com/office/drawing/2014/main" id="{D431E072-E5D1-4229-8622-EB6DC2CED6BF}"/>
                  </a:ext>
                </a:extLst>
              </p:cNvPr>
              <p:cNvSpPr>
                <a:spLocks noRot="1" noChangeAspect="1" noMove="1" noResize="1" noEditPoints="1" noAdjustHandles="1" noChangeArrowheads="1" noChangeShapeType="1" noTextEdit="1"/>
              </p:cNvSpPr>
              <p:nvPr/>
            </p:nvSpPr>
            <p:spPr>
              <a:xfrm>
                <a:off x="4359464" y="4693206"/>
                <a:ext cx="5904052" cy="707886"/>
              </a:xfrm>
              <a:prstGeom prst="rect">
                <a:avLst/>
              </a:prstGeom>
              <a:blipFill>
                <a:blip r:embed="rId6"/>
                <a:stretch>
                  <a:fillRect/>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A31E2536-E3C3-4DD7-9CD3-09B73749AEC3}"/>
              </a:ext>
            </a:extLst>
          </p:cNvPr>
          <p:cNvCxnSpPr>
            <a:cxnSpLocks/>
          </p:cNvCxnSpPr>
          <p:nvPr/>
        </p:nvCxnSpPr>
        <p:spPr>
          <a:xfrm>
            <a:off x="1280249" y="2824022"/>
            <a:ext cx="0" cy="866380"/>
          </a:xfrm>
          <a:prstGeom prst="straightConnector1">
            <a:avLst/>
          </a:prstGeom>
          <a:ln w="57150">
            <a:solidFill>
              <a:schemeClr val="accent1"/>
            </a:solidFill>
            <a:tailEnd type="triangle"/>
          </a:ln>
        </p:spPr>
        <p:style>
          <a:lnRef idx="3">
            <a:schemeClr val="dk1"/>
          </a:lnRef>
          <a:fillRef idx="0">
            <a:schemeClr val="dk1"/>
          </a:fillRef>
          <a:effectRef idx="2">
            <a:schemeClr val="dk1"/>
          </a:effectRef>
          <a:fontRef idx="minor">
            <a:schemeClr val="tx1"/>
          </a:fontRef>
        </p:style>
      </p:cxnSp>
      <p:sp>
        <p:nvSpPr>
          <p:cNvPr id="18" name="TextBox 17">
            <a:extLst>
              <a:ext uri="{FF2B5EF4-FFF2-40B4-BE49-F238E27FC236}">
                <a16:creationId xmlns:a16="http://schemas.microsoft.com/office/drawing/2014/main" id="{48EDF982-A72C-400F-9B2D-062AC9AEA7CB}"/>
              </a:ext>
            </a:extLst>
          </p:cNvPr>
          <p:cNvSpPr txBox="1"/>
          <p:nvPr/>
        </p:nvSpPr>
        <p:spPr>
          <a:xfrm>
            <a:off x="501670" y="1993025"/>
            <a:ext cx="1557158" cy="830997"/>
          </a:xfrm>
          <a:prstGeom prst="rect">
            <a:avLst/>
          </a:prstGeom>
          <a:noFill/>
        </p:spPr>
        <p:txBody>
          <a:bodyPr wrap="none" rtlCol="0">
            <a:spAutoFit/>
          </a:bodyPr>
          <a:lstStyle/>
          <a:p>
            <a:r>
              <a:rPr lang="en-US" sz="2400" b="1" dirty="0"/>
              <a:t>Responder</a:t>
            </a:r>
            <a:br>
              <a:rPr lang="en-US" sz="2400" b="1" dirty="0"/>
            </a:br>
            <a:r>
              <a:rPr lang="en-US" sz="2400" b="1" dirty="0"/>
              <a:t>Optimized</a:t>
            </a:r>
          </a:p>
        </p:txBody>
      </p:sp>
      <p:sp>
        <p:nvSpPr>
          <p:cNvPr id="19" name="TextBox 18">
            <a:extLst>
              <a:ext uri="{FF2B5EF4-FFF2-40B4-BE49-F238E27FC236}">
                <a16:creationId xmlns:a16="http://schemas.microsoft.com/office/drawing/2014/main" id="{EC2A8005-E3F2-4CD1-A2FC-2ACA3B38DF50}"/>
              </a:ext>
            </a:extLst>
          </p:cNvPr>
          <p:cNvSpPr txBox="1"/>
          <p:nvPr/>
        </p:nvSpPr>
        <p:spPr>
          <a:xfrm>
            <a:off x="10502115" y="2948209"/>
            <a:ext cx="1557158" cy="830997"/>
          </a:xfrm>
          <a:prstGeom prst="rect">
            <a:avLst/>
          </a:prstGeom>
          <a:noFill/>
        </p:spPr>
        <p:txBody>
          <a:bodyPr wrap="none" rtlCol="0">
            <a:spAutoFit/>
          </a:bodyPr>
          <a:lstStyle/>
          <a:p>
            <a:r>
              <a:rPr lang="en-US" sz="2400" b="1" dirty="0"/>
              <a:t>Responder</a:t>
            </a:r>
            <a:br>
              <a:rPr lang="en-US" sz="2400" b="1" dirty="0"/>
            </a:br>
            <a:r>
              <a:rPr lang="en-US" sz="2400" b="1" dirty="0"/>
              <a:t>Optimized</a:t>
            </a:r>
          </a:p>
        </p:txBody>
      </p:sp>
      <p:cxnSp>
        <p:nvCxnSpPr>
          <p:cNvPr id="21" name="Connector: Elbow 20">
            <a:extLst>
              <a:ext uri="{FF2B5EF4-FFF2-40B4-BE49-F238E27FC236}">
                <a16:creationId xmlns:a16="http://schemas.microsoft.com/office/drawing/2014/main" id="{781A484F-D472-49F9-A363-1243A8F4BC62}"/>
              </a:ext>
            </a:extLst>
          </p:cNvPr>
          <p:cNvCxnSpPr>
            <a:stCxn id="19" idx="0"/>
            <a:endCxn id="7" idx="3"/>
          </p:cNvCxnSpPr>
          <p:nvPr/>
        </p:nvCxnSpPr>
        <p:spPr>
          <a:xfrm rot="16200000" flipV="1">
            <a:off x="10253258" y="1920772"/>
            <a:ext cx="1122472" cy="932401"/>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D56FF737-3EEC-4D1B-BBB8-E42F1CFBA189}"/>
              </a:ext>
            </a:extLst>
          </p:cNvPr>
          <p:cNvCxnSpPr>
            <a:stCxn id="19" idx="2"/>
            <a:endCxn id="10" idx="3"/>
          </p:cNvCxnSpPr>
          <p:nvPr/>
        </p:nvCxnSpPr>
        <p:spPr>
          <a:xfrm rot="5400000">
            <a:off x="10138134" y="3904588"/>
            <a:ext cx="1267943" cy="1017178"/>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DACF2F37-9B71-4429-95ED-795C1F897977}"/>
              </a:ext>
            </a:extLst>
          </p:cNvPr>
          <p:cNvCxnSpPr>
            <a:stCxn id="19" idx="1"/>
            <a:endCxn id="8" idx="3"/>
          </p:cNvCxnSpPr>
          <p:nvPr/>
        </p:nvCxnSpPr>
        <p:spPr>
          <a:xfrm rot="10800000">
            <a:off x="10295713" y="2816958"/>
            <a:ext cx="206402" cy="546750"/>
          </a:xfrm>
          <a:prstGeom prst="bentConnector3">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4B8D9FA8-43F5-4FE9-A234-A480D8F92562}"/>
              </a:ext>
            </a:extLst>
          </p:cNvPr>
          <p:cNvCxnSpPr>
            <a:stCxn id="19" idx="1"/>
            <a:endCxn id="9" idx="3"/>
          </p:cNvCxnSpPr>
          <p:nvPr/>
        </p:nvCxnSpPr>
        <p:spPr>
          <a:xfrm rot="10800000" flipV="1">
            <a:off x="10295713" y="3363707"/>
            <a:ext cx="206403" cy="524343"/>
          </a:xfrm>
          <a:prstGeom prst="bentConnector3">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2FB49392-A693-4E93-A400-AF7BA16BF848}"/>
              </a:ext>
            </a:extLst>
          </p:cNvPr>
          <p:cNvSpPr txBox="1"/>
          <p:nvPr/>
        </p:nvSpPr>
        <p:spPr>
          <a:xfrm>
            <a:off x="412123" y="466894"/>
            <a:ext cx="2042162" cy="646331"/>
          </a:xfrm>
          <a:prstGeom prst="rect">
            <a:avLst/>
          </a:prstGeom>
          <a:noFill/>
        </p:spPr>
        <p:txBody>
          <a:bodyPr wrap="none" rtlCol="0">
            <a:spAutoFit/>
          </a:bodyPr>
          <a:lstStyle/>
          <a:p>
            <a:r>
              <a:rPr lang="en-US" sz="3600" b="1" dirty="0"/>
              <a:t>Preparing</a:t>
            </a:r>
          </a:p>
        </p:txBody>
      </p:sp>
      <p:sp>
        <p:nvSpPr>
          <p:cNvPr id="33" name="TextBox 32">
            <a:extLst>
              <a:ext uri="{FF2B5EF4-FFF2-40B4-BE49-F238E27FC236}">
                <a16:creationId xmlns:a16="http://schemas.microsoft.com/office/drawing/2014/main" id="{8708CB8F-3AD8-4A3E-AAF2-6605552295D5}"/>
              </a:ext>
            </a:extLst>
          </p:cNvPr>
          <p:cNvSpPr txBox="1"/>
          <p:nvPr/>
        </p:nvSpPr>
        <p:spPr>
          <a:xfrm>
            <a:off x="6131360" y="467898"/>
            <a:ext cx="2383409" cy="646331"/>
          </a:xfrm>
          <a:prstGeom prst="rect">
            <a:avLst/>
          </a:prstGeom>
          <a:noFill/>
        </p:spPr>
        <p:txBody>
          <a:bodyPr wrap="none" rtlCol="0">
            <a:spAutoFit/>
          </a:bodyPr>
          <a:lstStyle/>
          <a:p>
            <a:r>
              <a:rPr lang="en-US" sz="3600" b="1" dirty="0"/>
              <a:t>Intervening</a:t>
            </a:r>
          </a:p>
        </p:txBody>
      </p:sp>
    </p:spTree>
    <p:extLst>
      <p:ext uri="{BB962C8B-B14F-4D97-AF65-F5344CB8AC3E}">
        <p14:creationId xmlns:p14="http://schemas.microsoft.com/office/powerpoint/2010/main" val="2530066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2CC0C6D-F5C2-F4B1-5F91-68FF51C91A71}"/>
              </a:ext>
            </a:extLst>
          </p:cNvPr>
          <p:cNvSpPr>
            <a:spLocks noGrp="1"/>
          </p:cNvSpPr>
          <p:nvPr>
            <p:ph type="body" sz="quarter" idx="16"/>
          </p:nvPr>
        </p:nvSpPr>
        <p:spPr/>
        <p:txBody>
          <a:bodyPr/>
          <a:lstStyle/>
          <a:p>
            <a:r>
              <a:rPr lang="en-US" dirty="0"/>
              <a:t>Differing consumers</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3E05B5F8-0BA4-4757-B263-1AC543890DC1}"/>
                  </a:ext>
                </a:extLst>
              </p:cNvPr>
              <p:cNvSpPr txBox="1"/>
              <p:nvPr/>
            </p:nvSpPr>
            <p:spPr>
              <a:xfrm>
                <a:off x="1369452" y="2558971"/>
                <a:ext cx="6525569" cy="8309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5400" b="0" i="1" smtClean="0">
                          <a:latin typeface="Cambria Math" panose="02040503050406030204" pitchFamily="18" charset="0"/>
                        </a:rPr>
                        <m:t>𝑈</m:t>
                      </m:r>
                      <m:r>
                        <a:rPr lang="en-US" sz="5400" b="0" i="1" smtClean="0">
                          <a:latin typeface="Cambria Math" panose="02040503050406030204" pitchFamily="18" charset="0"/>
                        </a:rPr>
                        <m:t>=∑</m:t>
                      </m:r>
                      <m:r>
                        <a:rPr lang="en-US" sz="5400" b="0" i="1" smtClean="0">
                          <a:latin typeface="Cambria Math" panose="02040503050406030204" pitchFamily="18" charset="0"/>
                        </a:rPr>
                        <m:t>𝑢</m:t>
                      </m:r>
                      <m:d>
                        <m:dPr>
                          <m:ctrlPr>
                            <a:rPr lang="en-US" sz="5400" b="0" i="1" smtClean="0">
                              <a:latin typeface="Cambria Math" panose="02040503050406030204" pitchFamily="18" charset="0"/>
                            </a:rPr>
                          </m:ctrlPr>
                        </m:dPr>
                        <m:e>
                          <m:sSub>
                            <m:sSubPr>
                              <m:ctrlPr>
                                <a:rPr lang="en-US" sz="5400" b="0" i="1" smtClean="0">
                                  <a:latin typeface="Cambria Math" panose="02040503050406030204" pitchFamily="18" charset="0"/>
                                </a:rPr>
                              </m:ctrlPr>
                            </m:sSubPr>
                            <m:e>
                              <m:r>
                                <a:rPr lang="en-US" sz="5400" b="0" i="1" smtClean="0">
                                  <a:latin typeface="Cambria Math" panose="02040503050406030204" pitchFamily="18" charset="0"/>
                                </a:rPr>
                                <m:t>𝑦</m:t>
                              </m:r>
                            </m:e>
                            <m:sub>
                              <m:r>
                                <a:rPr lang="en-US" sz="5400" b="0" i="1" smtClean="0">
                                  <a:latin typeface="Cambria Math" panose="02040503050406030204" pitchFamily="18" charset="0"/>
                                </a:rPr>
                                <m:t>𝑖</m:t>
                              </m:r>
                            </m:sub>
                          </m:sSub>
                          <m:r>
                            <a:rPr lang="en-US" sz="5400" b="0" i="1" smtClean="0">
                              <a:latin typeface="Cambria Math" panose="02040503050406030204" pitchFamily="18" charset="0"/>
                            </a:rPr>
                            <m:t> </m:t>
                          </m:r>
                        </m:e>
                      </m:d>
                      <m:r>
                        <m:rPr>
                          <m:sty m:val="p"/>
                        </m:rPr>
                        <a:rPr lang="en-US" sz="5400" b="0" i="0" smtClean="0">
                          <a:latin typeface="Cambria Math" panose="02040503050406030204" pitchFamily="18" charset="0"/>
                        </a:rPr>
                        <m:t>Pr</m:t>
                      </m:r>
                      <m:r>
                        <a:rPr lang="en-US" sz="5400" b="0" i="1" smtClean="0">
                          <a:latin typeface="Cambria Math" panose="02040503050406030204" pitchFamily="18" charset="0"/>
                        </a:rPr>
                        <m:t>⁡(</m:t>
                      </m:r>
                      <m:sSub>
                        <m:sSubPr>
                          <m:ctrlPr>
                            <a:rPr lang="en-US" sz="5400" b="0" i="1" smtClean="0">
                              <a:latin typeface="Cambria Math" panose="02040503050406030204" pitchFamily="18" charset="0"/>
                            </a:rPr>
                          </m:ctrlPr>
                        </m:sSubPr>
                        <m:e>
                          <m:r>
                            <a:rPr lang="en-US" sz="5400" b="0" i="1" smtClean="0">
                              <a:latin typeface="Cambria Math" panose="02040503050406030204" pitchFamily="18" charset="0"/>
                            </a:rPr>
                            <m:t>𝑦</m:t>
                          </m:r>
                        </m:e>
                        <m:sub>
                          <m:r>
                            <a:rPr lang="en-US" sz="5400" b="0" i="1" smtClean="0">
                              <a:latin typeface="Cambria Math" panose="02040503050406030204" pitchFamily="18" charset="0"/>
                            </a:rPr>
                            <m:t>𝑖</m:t>
                          </m:r>
                        </m:sub>
                      </m:sSub>
                      <m:r>
                        <a:rPr lang="en-US" sz="5400" b="0" i="1" smtClean="0">
                          <a:latin typeface="Cambria Math" panose="02040503050406030204" pitchFamily="18" charset="0"/>
                        </a:rPr>
                        <m:t>|</m:t>
                      </m:r>
                      <m:sSub>
                        <m:sSubPr>
                          <m:ctrlPr>
                            <a:rPr lang="en-US" sz="5400" b="0" i="1" smtClean="0">
                              <a:latin typeface="Cambria Math" panose="02040503050406030204" pitchFamily="18" charset="0"/>
                            </a:rPr>
                          </m:ctrlPr>
                        </m:sSubPr>
                        <m:e>
                          <m:r>
                            <a:rPr lang="en-US" sz="5400" b="1" i="1" smtClean="0">
                              <a:latin typeface="Cambria Math" panose="02040503050406030204" pitchFamily="18" charset="0"/>
                            </a:rPr>
                            <m:t>𝑿</m:t>
                          </m:r>
                        </m:e>
                        <m:sub>
                          <m:r>
                            <a:rPr lang="en-US" sz="5400" b="0" i="1" smtClean="0">
                              <a:latin typeface="Cambria Math" panose="02040503050406030204" pitchFamily="18" charset="0"/>
                            </a:rPr>
                            <m:t>𝑖</m:t>
                          </m:r>
                        </m:sub>
                      </m:sSub>
                      <m:r>
                        <a:rPr lang="en-US" sz="5400" b="0" i="1" smtClean="0">
                          <a:latin typeface="Cambria Math" panose="02040503050406030204" pitchFamily="18" charset="0"/>
                        </a:rPr>
                        <m:t>)</m:t>
                      </m:r>
                    </m:oMath>
                  </m:oMathPara>
                </a14:m>
                <a:endParaRPr lang="en-US" sz="5400" dirty="0"/>
              </a:p>
            </p:txBody>
          </p:sp>
        </mc:Choice>
        <mc:Fallback>
          <p:sp>
            <p:nvSpPr>
              <p:cNvPr id="6" name="TextBox 5">
                <a:extLst>
                  <a:ext uri="{FF2B5EF4-FFF2-40B4-BE49-F238E27FC236}">
                    <a16:creationId xmlns:a16="http://schemas.microsoft.com/office/drawing/2014/main" id="{3E05B5F8-0BA4-4757-B263-1AC543890DC1}"/>
                  </a:ext>
                </a:extLst>
              </p:cNvPr>
              <p:cNvSpPr txBox="1">
                <a:spLocks noRot="1" noChangeAspect="1" noMove="1" noResize="1" noEditPoints="1" noAdjustHandles="1" noChangeArrowheads="1" noChangeShapeType="1" noTextEdit="1"/>
              </p:cNvSpPr>
              <p:nvPr/>
            </p:nvSpPr>
            <p:spPr>
              <a:xfrm>
                <a:off x="1369452" y="2558971"/>
                <a:ext cx="6525569" cy="830997"/>
              </a:xfrm>
              <a:prstGeom prst="rect">
                <a:avLst/>
              </a:prstGeom>
              <a:blipFill>
                <a:blip r:embed="rId2"/>
                <a:stretch>
                  <a:fillRect/>
                </a:stretch>
              </a:blipFill>
            </p:spPr>
            <p:txBody>
              <a:bodyPr/>
              <a:lstStyle/>
              <a:p>
                <a:r>
                  <a:rPr lang="en-US">
                    <a:noFill/>
                  </a:rPr>
                  <a:t> </a:t>
                </a:r>
              </a:p>
            </p:txBody>
          </p:sp>
        </mc:Fallback>
      </mc:AlternateContent>
      <p:cxnSp>
        <p:nvCxnSpPr>
          <p:cNvPr id="10" name="Connector: Elbow 9">
            <a:extLst>
              <a:ext uri="{FF2B5EF4-FFF2-40B4-BE49-F238E27FC236}">
                <a16:creationId xmlns:a16="http://schemas.microsoft.com/office/drawing/2014/main" id="{DFD946B3-0AFE-49F2-BCC4-C109DFF56607}"/>
              </a:ext>
            </a:extLst>
          </p:cNvPr>
          <p:cNvCxnSpPr>
            <a:cxnSpLocks/>
          </p:cNvCxnSpPr>
          <p:nvPr/>
        </p:nvCxnSpPr>
        <p:spPr>
          <a:xfrm rot="10800000">
            <a:off x="4579877" y="3512410"/>
            <a:ext cx="5332755" cy="2730346"/>
          </a:xfrm>
          <a:prstGeom prst="bentConnector2">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12" name="Picture 10" descr="Advisory Committee on Immunization Practices- ACIP">
            <a:extLst>
              <a:ext uri="{FF2B5EF4-FFF2-40B4-BE49-F238E27FC236}">
                <a16:creationId xmlns:a16="http://schemas.microsoft.com/office/drawing/2014/main" id="{2D6D937A-5E6B-4543-9897-345BCD9E43A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4211" b="29287"/>
          <a:stretch/>
        </p:blipFill>
        <p:spPr bwMode="auto">
          <a:xfrm>
            <a:off x="10233833" y="1456461"/>
            <a:ext cx="1759620" cy="64228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File:US-WhiteHouse-Logo.svg - Wikipedia">
            <a:extLst>
              <a:ext uri="{FF2B5EF4-FFF2-40B4-BE49-F238E27FC236}">
                <a16:creationId xmlns:a16="http://schemas.microsoft.com/office/drawing/2014/main" id="{EADFCE07-950E-4968-A213-04A587CDAE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79837" y="2254665"/>
            <a:ext cx="996365" cy="696262"/>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The Hartford - Insurance Agency Network">
            <a:extLst>
              <a:ext uri="{FF2B5EF4-FFF2-40B4-BE49-F238E27FC236}">
                <a16:creationId xmlns:a16="http://schemas.microsoft.com/office/drawing/2014/main" id="{77CE5932-A741-48D8-B3FC-D2F589ABC60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42699" y="5778255"/>
            <a:ext cx="1541888" cy="64430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8" descr="FDA VRBPAC Votes to Recommend Moderna COVID-19 Vaccine in Children and  Adolescents 6 Years Through 17 Years">
            <a:extLst>
              <a:ext uri="{FF2B5EF4-FFF2-40B4-BE49-F238E27FC236}">
                <a16:creationId xmlns:a16="http://schemas.microsoft.com/office/drawing/2014/main" id="{03AF7604-D089-4819-B226-8E515CF12BD1}"/>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23017" b="24938"/>
          <a:stretch/>
        </p:blipFill>
        <p:spPr bwMode="auto">
          <a:xfrm>
            <a:off x="10279837" y="3130157"/>
            <a:ext cx="1468920" cy="764506"/>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2" descr="California Department of Public Health - NARCAD">
            <a:extLst>
              <a:ext uri="{FF2B5EF4-FFF2-40B4-BE49-F238E27FC236}">
                <a16:creationId xmlns:a16="http://schemas.microsoft.com/office/drawing/2014/main" id="{A4B1CD88-1E77-493F-8BA1-6D2A6A52CA8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279806" y="3982338"/>
            <a:ext cx="989684" cy="828104"/>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4" descr="Pages - Maryland Department of Health resumes topline COVID-19 surveillance  reporting following network security incident">
            <a:extLst>
              <a:ext uri="{FF2B5EF4-FFF2-40B4-BE49-F238E27FC236}">
                <a16:creationId xmlns:a16="http://schemas.microsoft.com/office/drawing/2014/main" id="{BF55A686-B850-445D-83E9-E36B9FD365C6}"/>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r="37135" b="14541"/>
          <a:stretch/>
        </p:blipFill>
        <p:spPr bwMode="auto">
          <a:xfrm>
            <a:off x="10330022" y="5007488"/>
            <a:ext cx="1474821" cy="555038"/>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02446ABF-F25A-4564-9A21-BF70768277BC}"/>
              </a:ext>
            </a:extLst>
          </p:cNvPr>
          <p:cNvSpPr txBox="1"/>
          <p:nvPr/>
        </p:nvSpPr>
        <p:spPr>
          <a:xfrm>
            <a:off x="5435503" y="5723410"/>
            <a:ext cx="3621504" cy="523220"/>
          </a:xfrm>
          <a:prstGeom prst="rect">
            <a:avLst/>
          </a:prstGeom>
          <a:noFill/>
        </p:spPr>
        <p:txBody>
          <a:bodyPr wrap="none" rtlCol="0">
            <a:spAutoFit/>
          </a:bodyPr>
          <a:lstStyle/>
          <a:p>
            <a:r>
              <a:rPr lang="en-US" sz="2800" dirty="0"/>
              <a:t>decisions impact utility</a:t>
            </a:r>
          </a:p>
        </p:txBody>
      </p:sp>
      <p:cxnSp>
        <p:nvCxnSpPr>
          <p:cNvPr id="23" name="Connector: Elbow 22">
            <a:extLst>
              <a:ext uri="{FF2B5EF4-FFF2-40B4-BE49-F238E27FC236}">
                <a16:creationId xmlns:a16="http://schemas.microsoft.com/office/drawing/2014/main" id="{87012DE3-96E3-4759-9DD6-68D1A8E900C3}"/>
              </a:ext>
            </a:extLst>
          </p:cNvPr>
          <p:cNvCxnSpPr>
            <a:cxnSpLocks/>
          </p:cNvCxnSpPr>
          <p:nvPr/>
        </p:nvCxnSpPr>
        <p:spPr>
          <a:xfrm rot="10800000" flipV="1">
            <a:off x="6815470" y="1690686"/>
            <a:ext cx="3285464" cy="912110"/>
          </a:xfrm>
          <a:prstGeom prst="bentConnector3">
            <a:avLst>
              <a:gd name="adj1" fmla="val 100485"/>
            </a:avLst>
          </a:prstGeom>
          <a:ln w="571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0" name="TextBox 29">
                <a:extLst>
                  <a:ext uri="{FF2B5EF4-FFF2-40B4-BE49-F238E27FC236}">
                    <a16:creationId xmlns:a16="http://schemas.microsoft.com/office/drawing/2014/main" id="{1017D8E9-AEC3-43C0-AEA9-9F966155A135}"/>
                  </a:ext>
                </a:extLst>
              </p:cNvPr>
              <p:cNvSpPr txBox="1"/>
              <p:nvPr/>
            </p:nvSpPr>
            <p:spPr>
              <a:xfrm>
                <a:off x="6910576" y="1712920"/>
                <a:ext cx="3306161" cy="523477"/>
              </a:xfrm>
              <a:prstGeom prst="rect">
                <a:avLst/>
              </a:prstGeom>
              <a:noFill/>
            </p:spPr>
            <p:txBody>
              <a:bodyPr wrap="none" rtlCol="0">
                <a:spAutoFit/>
              </a:bodyPr>
              <a:lstStyle/>
              <a:p>
                <a:r>
                  <a:rPr lang="en-US" sz="2800" dirty="0"/>
                  <a:t>decisions impact </a:t>
                </a:r>
                <a14:m>
                  <m:oMath xmlns:m="http://schemas.openxmlformats.org/officeDocument/2006/math">
                    <m:sSubSup>
                      <m:sSubSupPr>
                        <m:ctrlPr>
                          <a:rPr lang="en-US" sz="2800" b="1" i="1" smtClean="0">
                            <a:latin typeface="Cambria Math" panose="02040503050406030204" pitchFamily="18" charset="0"/>
                          </a:rPr>
                        </m:ctrlPr>
                      </m:sSubSupPr>
                      <m:e>
                        <m:r>
                          <a:rPr lang="en-US" sz="2800" b="1" i="1" smtClean="0">
                            <a:latin typeface="Cambria Math" panose="02040503050406030204" pitchFamily="18" charset="0"/>
                          </a:rPr>
                          <m:t>𝑿</m:t>
                        </m:r>
                      </m:e>
                      <m:sub>
                        <m:r>
                          <a:rPr lang="en-US" sz="2800" b="0" i="1" smtClean="0">
                            <a:latin typeface="Cambria Math" panose="02040503050406030204" pitchFamily="18" charset="0"/>
                          </a:rPr>
                          <m:t>𝑖</m:t>
                        </m:r>
                      </m:sub>
                      <m:sup>
                        <m:r>
                          <a:rPr lang="en-US" sz="2800" b="1" i="1" smtClean="0">
                            <a:latin typeface="Cambria Math" panose="02040503050406030204" pitchFamily="18" charset="0"/>
                          </a:rPr>
                          <m:t>∗</m:t>
                        </m:r>
                      </m:sup>
                    </m:sSubSup>
                  </m:oMath>
                </a14:m>
                <a:endParaRPr lang="en-US" sz="2800" dirty="0"/>
              </a:p>
            </p:txBody>
          </p:sp>
        </mc:Choice>
        <mc:Fallback>
          <p:sp>
            <p:nvSpPr>
              <p:cNvPr id="30" name="TextBox 29">
                <a:extLst>
                  <a:ext uri="{FF2B5EF4-FFF2-40B4-BE49-F238E27FC236}">
                    <a16:creationId xmlns:a16="http://schemas.microsoft.com/office/drawing/2014/main" id="{1017D8E9-AEC3-43C0-AEA9-9F966155A135}"/>
                  </a:ext>
                </a:extLst>
              </p:cNvPr>
              <p:cNvSpPr txBox="1">
                <a:spLocks noRot="1" noChangeAspect="1" noMove="1" noResize="1" noEditPoints="1" noAdjustHandles="1" noChangeArrowheads="1" noChangeShapeType="1" noTextEdit="1"/>
              </p:cNvSpPr>
              <p:nvPr/>
            </p:nvSpPr>
            <p:spPr>
              <a:xfrm>
                <a:off x="6910576" y="1712920"/>
                <a:ext cx="3306161" cy="523477"/>
              </a:xfrm>
              <a:prstGeom prst="rect">
                <a:avLst/>
              </a:prstGeom>
              <a:blipFill>
                <a:blip r:embed="rId9"/>
                <a:stretch>
                  <a:fillRect l="-3875" t="-12791" b="-31395"/>
                </a:stretch>
              </a:blipFill>
            </p:spPr>
            <p:txBody>
              <a:bodyPr/>
              <a:lstStyle/>
              <a:p>
                <a:r>
                  <a:rPr lang="en-US">
                    <a:noFill/>
                  </a:rPr>
                  <a:t> </a:t>
                </a:r>
              </a:p>
            </p:txBody>
          </p:sp>
        </mc:Fallback>
      </mc:AlternateContent>
    </p:spTree>
    <p:extLst>
      <p:ext uri="{BB962C8B-B14F-4D97-AF65-F5344CB8AC3E}">
        <p14:creationId xmlns:p14="http://schemas.microsoft.com/office/powerpoint/2010/main" val="2064239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F5CAC72-93D8-6F30-A626-B20D70157EF3}"/>
              </a:ext>
            </a:extLst>
          </p:cNvPr>
          <p:cNvSpPr>
            <a:spLocks noGrp="1"/>
          </p:cNvSpPr>
          <p:nvPr>
            <p:ph type="body" sz="quarter" idx="16"/>
          </p:nvPr>
        </p:nvSpPr>
        <p:spPr/>
        <p:txBody>
          <a:bodyPr/>
          <a:lstStyle/>
          <a:p>
            <a:r>
              <a:rPr lang="en-US" dirty="0"/>
              <a:t>Differing consumers</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1FB5A588-908E-485A-8CD0-A382E1CEE96A}"/>
                  </a:ext>
                </a:extLst>
              </p:cNvPr>
              <p:cNvSpPr txBox="1"/>
              <p:nvPr/>
            </p:nvSpPr>
            <p:spPr>
              <a:xfrm>
                <a:off x="3134456" y="2505808"/>
                <a:ext cx="5456494" cy="8309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5400" b="0" i="1" smtClean="0">
                          <a:latin typeface="Cambria Math" panose="02040503050406030204" pitchFamily="18" charset="0"/>
                        </a:rPr>
                        <m:t>𝑈</m:t>
                      </m:r>
                      <m:r>
                        <a:rPr lang="en-US" sz="5400" b="0" i="1" smtClean="0">
                          <a:latin typeface="Cambria Math" panose="02040503050406030204" pitchFamily="18" charset="0"/>
                        </a:rPr>
                        <m:t>=∑</m:t>
                      </m:r>
                      <m:r>
                        <a:rPr lang="en-US" sz="5400" b="0" i="1" smtClean="0">
                          <a:latin typeface="Cambria Math" panose="02040503050406030204" pitchFamily="18" charset="0"/>
                        </a:rPr>
                        <m:t>𝑢</m:t>
                      </m:r>
                      <m:d>
                        <m:dPr>
                          <m:ctrlPr>
                            <a:rPr lang="en-US" sz="5400" b="0" i="1" smtClean="0">
                              <a:latin typeface="Cambria Math" panose="02040503050406030204" pitchFamily="18" charset="0"/>
                            </a:rPr>
                          </m:ctrlPr>
                        </m:dPr>
                        <m:e>
                          <m:sSub>
                            <m:sSubPr>
                              <m:ctrlPr>
                                <a:rPr lang="en-US" sz="5400" b="0" i="1" smtClean="0">
                                  <a:latin typeface="Cambria Math" panose="02040503050406030204" pitchFamily="18" charset="0"/>
                                </a:rPr>
                              </m:ctrlPr>
                            </m:sSubPr>
                            <m:e>
                              <m:r>
                                <a:rPr lang="en-US" sz="5400" b="0" i="1" smtClean="0">
                                  <a:latin typeface="Cambria Math" panose="02040503050406030204" pitchFamily="18" charset="0"/>
                                </a:rPr>
                                <m:t>𝑦</m:t>
                              </m:r>
                            </m:e>
                            <m:sub>
                              <m:r>
                                <a:rPr lang="en-US" sz="5400" b="0" i="1" smtClean="0">
                                  <a:latin typeface="Cambria Math" panose="02040503050406030204" pitchFamily="18" charset="0"/>
                                </a:rPr>
                                <m:t>𝑖</m:t>
                              </m:r>
                            </m:sub>
                          </m:sSub>
                        </m:e>
                      </m:d>
                      <m:r>
                        <m:rPr>
                          <m:sty m:val="p"/>
                        </m:rPr>
                        <a:rPr lang="en-US" sz="5400" b="0" i="0" smtClean="0">
                          <a:latin typeface="Cambria Math" panose="02040503050406030204" pitchFamily="18" charset="0"/>
                        </a:rPr>
                        <m:t>Pr</m:t>
                      </m:r>
                      <m:r>
                        <a:rPr lang="en-US" sz="5400" b="0" i="1" smtClean="0">
                          <a:latin typeface="Cambria Math" panose="02040503050406030204" pitchFamily="18" charset="0"/>
                        </a:rPr>
                        <m:t>⁡(</m:t>
                      </m:r>
                      <m:sSub>
                        <m:sSubPr>
                          <m:ctrlPr>
                            <a:rPr lang="en-US" sz="5400" b="0" i="1" smtClean="0">
                              <a:latin typeface="Cambria Math" panose="02040503050406030204" pitchFamily="18" charset="0"/>
                            </a:rPr>
                          </m:ctrlPr>
                        </m:sSubPr>
                        <m:e>
                          <m:r>
                            <a:rPr lang="en-US" sz="5400" b="0" i="1" smtClean="0">
                              <a:latin typeface="Cambria Math" panose="02040503050406030204" pitchFamily="18" charset="0"/>
                            </a:rPr>
                            <m:t>𝑦</m:t>
                          </m:r>
                        </m:e>
                        <m:sub>
                          <m:r>
                            <a:rPr lang="en-US" sz="5400" b="0" i="1" smtClean="0">
                              <a:latin typeface="Cambria Math" panose="02040503050406030204" pitchFamily="18" charset="0"/>
                            </a:rPr>
                            <m:t>𝑖</m:t>
                          </m:r>
                        </m:sub>
                      </m:sSub>
                      <m:r>
                        <a:rPr lang="en-US" sz="5400" b="0" i="1" smtClean="0">
                          <a:latin typeface="Cambria Math" panose="02040503050406030204" pitchFamily="18" charset="0"/>
                        </a:rPr>
                        <m:t>)</m:t>
                      </m:r>
                    </m:oMath>
                  </m:oMathPara>
                </a14:m>
                <a:endParaRPr lang="en-US" sz="5400" dirty="0"/>
              </a:p>
            </p:txBody>
          </p:sp>
        </mc:Choice>
        <mc:Fallback>
          <p:sp>
            <p:nvSpPr>
              <p:cNvPr id="6" name="TextBox 5">
                <a:extLst>
                  <a:ext uri="{FF2B5EF4-FFF2-40B4-BE49-F238E27FC236}">
                    <a16:creationId xmlns:a16="http://schemas.microsoft.com/office/drawing/2014/main" id="{1FB5A588-908E-485A-8CD0-A382E1CEE96A}"/>
                  </a:ext>
                </a:extLst>
              </p:cNvPr>
              <p:cNvSpPr txBox="1">
                <a:spLocks noRot="1" noChangeAspect="1" noMove="1" noResize="1" noEditPoints="1" noAdjustHandles="1" noChangeArrowheads="1" noChangeShapeType="1" noTextEdit="1"/>
              </p:cNvSpPr>
              <p:nvPr/>
            </p:nvSpPr>
            <p:spPr>
              <a:xfrm>
                <a:off x="3134456" y="2505808"/>
                <a:ext cx="5456494" cy="830997"/>
              </a:xfrm>
              <a:prstGeom prst="rect">
                <a:avLst/>
              </a:prstGeom>
              <a:blipFill>
                <a:blip r:embed="rId3"/>
                <a:stretch>
                  <a:fillRect/>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id="{07B4AFC6-17A5-45A1-9EE1-462ACC2336D0}"/>
              </a:ext>
            </a:extLst>
          </p:cNvPr>
          <p:cNvSpPr/>
          <p:nvPr/>
        </p:nvSpPr>
        <p:spPr>
          <a:xfrm>
            <a:off x="5090747" y="2558562"/>
            <a:ext cx="1547446" cy="870438"/>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6864D1A-1FA8-440A-99A1-C855D648F2E7}"/>
              </a:ext>
            </a:extLst>
          </p:cNvPr>
          <p:cNvSpPr txBox="1"/>
          <p:nvPr/>
        </p:nvSpPr>
        <p:spPr>
          <a:xfrm>
            <a:off x="2340476" y="4112236"/>
            <a:ext cx="2306850" cy="1077218"/>
          </a:xfrm>
          <a:prstGeom prst="rect">
            <a:avLst/>
          </a:prstGeom>
          <a:noFill/>
        </p:spPr>
        <p:txBody>
          <a:bodyPr wrap="none" rtlCol="0">
            <a:spAutoFit/>
          </a:bodyPr>
          <a:lstStyle/>
          <a:p>
            <a:r>
              <a:rPr lang="en-US" sz="3200" dirty="0"/>
              <a:t>We want to </a:t>
            </a:r>
          </a:p>
          <a:p>
            <a:r>
              <a:rPr lang="en-US" sz="3200" dirty="0"/>
              <a:t>evaluate this</a:t>
            </a:r>
          </a:p>
        </p:txBody>
      </p:sp>
      <p:sp>
        <p:nvSpPr>
          <p:cNvPr id="20" name="TextBox 19">
            <a:extLst>
              <a:ext uri="{FF2B5EF4-FFF2-40B4-BE49-F238E27FC236}">
                <a16:creationId xmlns:a16="http://schemas.microsoft.com/office/drawing/2014/main" id="{000CC2CD-5AD3-42FF-88A3-B61454E7C045}"/>
              </a:ext>
            </a:extLst>
          </p:cNvPr>
          <p:cNvSpPr txBox="1"/>
          <p:nvPr/>
        </p:nvSpPr>
        <p:spPr>
          <a:xfrm>
            <a:off x="6638193" y="4200480"/>
            <a:ext cx="4196855" cy="1569660"/>
          </a:xfrm>
          <a:prstGeom prst="rect">
            <a:avLst/>
          </a:prstGeom>
          <a:noFill/>
        </p:spPr>
        <p:txBody>
          <a:bodyPr wrap="none" rtlCol="0">
            <a:spAutoFit/>
          </a:bodyPr>
          <a:lstStyle/>
          <a:p>
            <a:r>
              <a:rPr lang="en-US" sz="3200" dirty="0"/>
              <a:t>But different consumers</a:t>
            </a:r>
          </a:p>
          <a:p>
            <a:r>
              <a:rPr lang="en-US" sz="3200" dirty="0"/>
              <a:t>have different values of</a:t>
            </a:r>
          </a:p>
          <a:p>
            <a:r>
              <a:rPr lang="en-US" sz="3200" dirty="0"/>
              <a:t>this.</a:t>
            </a:r>
          </a:p>
        </p:txBody>
      </p:sp>
      <p:cxnSp>
        <p:nvCxnSpPr>
          <p:cNvPr id="22" name="Connector: Elbow 21">
            <a:extLst>
              <a:ext uri="{FF2B5EF4-FFF2-40B4-BE49-F238E27FC236}">
                <a16:creationId xmlns:a16="http://schemas.microsoft.com/office/drawing/2014/main" id="{DEADE9C3-8A16-41BA-A0EF-D9CC3177812F}"/>
              </a:ext>
            </a:extLst>
          </p:cNvPr>
          <p:cNvCxnSpPr>
            <a:cxnSpLocks/>
          </p:cNvCxnSpPr>
          <p:nvPr/>
        </p:nvCxnSpPr>
        <p:spPr>
          <a:xfrm rot="10800000">
            <a:off x="5860842" y="3429000"/>
            <a:ext cx="742775" cy="1063868"/>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70DCDA9A-ABE8-4912-AC93-2CA8382FA7A9}"/>
              </a:ext>
            </a:extLst>
          </p:cNvPr>
          <p:cNvCxnSpPr>
            <a:stCxn id="13" idx="0"/>
          </p:cNvCxnSpPr>
          <p:nvPr/>
        </p:nvCxnSpPr>
        <p:spPr>
          <a:xfrm flipH="1" flipV="1">
            <a:off x="3481754" y="3230034"/>
            <a:ext cx="12147" cy="882202"/>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5727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500"/>
                                        <p:tgtEl>
                                          <p:spTgt spid="2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3" grpId="0"/>
      <p:bldP spid="2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F691B-EFA4-437F-B14F-D6015C14A46C}"/>
              </a:ext>
            </a:extLst>
          </p:cNvPr>
          <p:cNvSpPr>
            <a:spLocks noGrp="1"/>
          </p:cNvSpPr>
          <p:nvPr>
            <p:ph type="title"/>
          </p:nvPr>
        </p:nvSpPr>
        <p:spPr>
          <a:xfrm>
            <a:off x="761999" y="2443565"/>
            <a:ext cx="10811435" cy="1868486"/>
          </a:xfrm>
        </p:spPr>
        <p:txBody>
          <a:bodyPr>
            <a:normAutofit fontScale="90000"/>
          </a:bodyPr>
          <a:lstStyle/>
          <a:p>
            <a:pPr algn="ctr"/>
            <a:r>
              <a:rPr lang="en-US" b="1" dirty="0">
                <a:solidFill>
                  <a:srgbClr val="8D372D"/>
                </a:solidFill>
                <a:latin typeface="+mn-lt"/>
              </a:rPr>
              <a:t>Argument: </a:t>
            </a:r>
            <a:r>
              <a:rPr lang="en-US" b="1" dirty="0">
                <a:solidFill>
                  <a:srgbClr val="1B284F"/>
                </a:solidFill>
                <a:latin typeface="+mn-lt"/>
              </a:rPr>
              <a:t>Regardless of the complications the full set of scenarios should be evaluated in the context of decision theory and value of information</a:t>
            </a:r>
            <a:r>
              <a:rPr lang="en-US" b="1" dirty="0">
                <a:solidFill>
                  <a:srgbClr val="1B284F"/>
                </a:solidFill>
              </a:rPr>
              <a:t>.</a:t>
            </a:r>
            <a:endParaRPr lang="en-US" b="1" dirty="0">
              <a:solidFill>
                <a:srgbClr val="1B284F"/>
              </a:solidFill>
              <a:latin typeface="+mn-lt"/>
            </a:endParaRPr>
          </a:p>
        </p:txBody>
      </p:sp>
    </p:spTree>
    <p:extLst>
      <p:ext uri="{BB962C8B-B14F-4D97-AF65-F5344CB8AC3E}">
        <p14:creationId xmlns:p14="http://schemas.microsoft.com/office/powerpoint/2010/main" val="3835059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95C874-FEFE-1857-D7B1-C38CE61B4A7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5676" y="185915"/>
            <a:ext cx="9669703" cy="3255559"/>
          </a:xfrm>
          <a:prstGeom prst="rect">
            <a:avLst/>
          </a:prstGeom>
        </p:spPr>
      </p:pic>
    </p:spTree>
    <p:extLst>
      <p:ext uri="{BB962C8B-B14F-4D97-AF65-F5344CB8AC3E}">
        <p14:creationId xmlns:p14="http://schemas.microsoft.com/office/powerpoint/2010/main" val="36743524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95C874-FEFE-1857-D7B1-C38CE61B4A7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5676" y="185915"/>
            <a:ext cx="9669703" cy="3255559"/>
          </a:xfrm>
          <a:prstGeom prst="rect">
            <a:avLst/>
          </a:prstGeom>
        </p:spPr>
      </p:pic>
      <p:pic>
        <p:nvPicPr>
          <p:cNvPr id="3" name="Graphic 2">
            <a:extLst>
              <a:ext uri="{FF2B5EF4-FFF2-40B4-BE49-F238E27FC236}">
                <a16:creationId xmlns:a16="http://schemas.microsoft.com/office/drawing/2014/main" id="{B4C44462-7E12-8E03-3618-BFF803F3744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54512" y="4809642"/>
            <a:ext cx="9482976" cy="1798977"/>
          </a:xfrm>
          <a:prstGeom prst="rect">
            <a:avLst/>
          </a:prstGeom>
        </p:spPr>
      </p:pic>
    </p:spTree>
    <p:extLst>
      <p:ext uri="{BB962C8B-B14F-4D97-AF65-F5344CB8AC3E}">
        <p14:creationId xmlns:p14="http://schemas.microsoft.com/office/powerpoint/2010/main" val="20892860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C6F661F3-9EB4-DA75-D39B-AC2F167A11E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5676" y="185915"/>
            <a:ext cx="9733997" cy="3277205"/>
          </a:xfrm>
          <a:prstGeom prst="rect">
            <a:avLst/>
          </a:prstGeom>
        </p:spPr>
      </p:pic>
      <p:pic>
        <p:nvPicPr>
          <p:cNvPr id="6" name="Content Placeholder 19">
            <a:extLst>
              <a:ext uri="{FF2B5EF4-FFF2-40B4-BE49-F238E27FC236}">
                <a16:creationId xmlns:a16="http://schemas.microsoft.com/office/drawing/2014/main" id="{47F1F28F-E4CB-B08A-86B9-FF7DF76411D3}"/>
              </a:ext>
            </a:extLst>
          </p:cNvPr>
          <p:cNvPicPr>
            <a:picLocks noChangeAspect="1"/>
          </p:cNvPicPr>
          <p:nvPr/>
        </p:nvPicPr>
        <p:blipFill>
          <a:blip r:embed="rId4"/>
          <a:stretch>
            <a:fillRect/>
          </a:stretch>
        </p:blipFill>
        <p:spPr>
          <a:xfrm>
            <a:off x="10405100" y="5097824"/>
            <a:ext cx="1648532" cy="1648532"/>
          </a:xfrm>
          <a:prstGeom prst="rect">
            <a:avLst/>
          </a:prstGeom>
          <a:ln>
            <a:noFill/>
          </a:ln>
          <a:effectLst>
            <a:softEdge rad="112500"/>
          </a:effectLst>
        </p:spPr>
      </p:pic>
      <p:sp>
        <p:nvSpPr>
          <p:cNvPr id="7" name="Title 1">
            <a:extLst>
              <a:ext uri="{FF2B5EF4-FFF2-40B4-BE49-F238E27FC236}">
                <a16:creationId xmlns:a16="http://schemas.microsoft.com/office/drawing/2014/main" id="{A9BF39B1-AF34-4CBD-C8CF-E4BEC4D9B781}"/>
              </a:ext>
            </a:extLst>
          </p:cNvPr>
          <p:cNvSpPr>
            <a:spLocks noGrp="1"/>
          </p:cNvSpPr>
          <p:nvPr>
            <p:ph type="title"/>
          </p:nvPr>
        </p:nvSpPr>
        <p:spPr>
          <a:xfrm>
            <a:off x="616527" y="4579936"/>
            <a:ext cx="9788574" cy="1868486"/>
          </a:xfrm>
        </p:spPr>
        <p:txBody>
          <a:bodyPr>
            <a:normAutofit fontScale="90000"/>
          </a:bodyPr>
          <a:lstStyle/>
          <a:p>
            <a:pPr algn="ctr"/>
            <a:r>
              <a:rPr lang="en-US" b="1" dirty="0">
                <a:solidFill>
                  <a:srgbClr val="8D372D"/>
                </a:solidFill>
                <a:latin typeface="+mn-lt"/>
              </a:rPr>
              <a:t>Argument: </a:t>
            </a:r>
            <a:r>
              <a:rPr lang="en-US" b="1" dirty="0">
                <a:solidFill>
                  <a:srgbClr val="1B284F"/>
                </a:solidFill>
                <a:latin typeface="+mn-lt"/>
              </a:rPr>
              <a:t>Wrong projections of the counterfactual scenarios can lead to wrong decisions.</a:t>
            </a:r>
          </a:p>
        </p:txBody>
      </p:sp>
    </p:spTree>
    <p:extLst>
      <p:ext uri="{BB962C8B-B14F-4D97-AF65-F5344CB8AC3E}">
        <p14:creationId xmlns:p14="http://schemas.microsoft.com/office/powerpoint/2010/main" val="29375908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67524F2-CBBB-DE42-8F56-7F64EBC8A1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85548" y="394188"/>
            <a:ext cx="9020904" cy="6069622"/>
          </a:xfrm>
          <a:prstGeom prst="rect">
            <a:avLst/>
          </a:prstGeom>
        </p:spPr>
      </p:pic>
    </p:spTree>
    <p:extLst>
      <p:ext uri="{BB962C8B-B14F-4D97-AF65-F5344CB8AC3E}">
        <p14:creationId xmlns:p14="http://schemas.microsoft.com/office/powerpoint/2010/main" val="38461474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4D19F865-8B32-04B2-1CED-FE1A5D467F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85355" y="965379"/>
            <a:ext cx="11221289" cy="4927242"/>
          </a:xfrm>
          <a:prstGeom prst="rect">
            <a:avLst/>
          </a:prstGeom>
        </p:spPr>
      </p:pic>
    </p:spTree>
    <p:extLst>
      <p:ext uri="{BB962C8B-B14F-4D97-AF65-F5344CB8AC3E}">
        <p14:creationId xmlns:p14="http://schemas.microsoft.com/office/powerpoint/2010/main" val="15518837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2E6AA40-58FF-D69D-95D5-0A4489D1C10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85355" y="762889"/>
            <a:ext cx="11221289" cy="5332223"/>
          </a:xfrm>
          <a:prstGeom prst="rect">
            <a:avLst/>
          </a:prstGeom>
        </p:spPr>
      </p:pic>
    </p:spTree>
    <p:extLst>
      <p:ext uri="{BB962C8B-B14F-4D97-AF65-F5344CB8AC3E}">
        <p14:creationId xmlns:p14="http://schemas.microsoft.com/office/powerpoint/2010/main" val="3343425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22D04C1E-7E45-9BC9-AFDA-93CD08FA94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85355" y="897882"/>
            <a:ext cx="11221289" cy="5062236"/>
          </a:xfrm>
          <a:prstGeom prst="rect">
            <a:avLst/>
          </a:prstGeom>
        </p:spPr>
      </p:pic>
    </p:spTree>
    <p:extLst>
      <p:ext uri="{BB962C8B-B14F-4D97-AF65-F5344CB8AC3E}">
        <p14:creationId xmlns:p14="http://schemas.microsoft.com/office/powerpoint/2010/main" val="37206624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E9C4F005-FB5D-0E70-9C0E-1B8FE1F7C72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0347" y="838822"/>
            <a:ext cx="10951305" cy="5180355"/>
          </a:xfrm>
          <a:prstGeom prst="rect">
            <a:avLst/>
          </a:prstGeom>
        </p:spPr>
      </p:pic>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5ED25199-E4EF-6D6A-8D2B-FB606496B252}"/>
                  </a:ext>
                </a:extLst>
              </p:cNvPr>
              <p:cNvSpPr txBox="1"/>
              <p:nvPr/>
            </p:nvSpPr>
            <p:spPr>
              <a:xfrm>
                <a:off x="4856018" y="957171"/>
                <a:ext cx="60960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𝑐</m:t>
                      </m:r>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1" i="1" smtClean="0">
                                  <a:latin typeface="Cambria Math" panose="02040503050406030204" pitchFamily="18" charset="0"/>
                                </a:rPr>
                                <m:t>𝑿</m:t>
                              </m:r>
                            </m:e>
                            <m:sub>
                              <m:r>
                                <a:rPr lang="en-US" sz="2400" b="0" i="1" smtClean="0">
                                  <a:latin typeface="Cambria Math" panose="02040503050406030204" pitchFamily="18" charset="0"/>
                                </a:rPr>
                                <m:t>1</m:t>
                              </m:r>
                            </m:sub>
                          </m:sSub>
                        </m:e>
                      </m:d>
                    </m:oMath>
                  </m:oMathPara>
                </a14:m>
                <a:endParaRPr lang="en-US" sz="2400" dirty="0"/>
              </a:p>
            </p:txBody>
          </p:sp>
        </mc:Choice>
        <mc:Fallback>
          <p:sp>
            <p:nvSpPr>
              <p:cNvPr id="11" name="TextBox 10">
                <a:extLst>
                  <a:ext uri="{FF2B5EF4-FFF2-40B4-BE49-F238E27FC236}">
                    <a16:creationId xmlns:a16="http://schemas.microsoft.com/office/drawing/2014/main" id="{5ED25199-E4EF-6D6A-8D2B-FB606496B252}"/>
                  </a:ext>
                </a:extLst>
              </p:cNvPr>
              <p:cNvSpPr txBox="1">
                <a:spLocks noRot="1" noChangeAspect="1" noMove="1" noResize="1" noEditPoints="1" noAdjustHandles="1" noChangeArrowheads="1" noChangeShapeType="1" noTextEdit="1"/>
              </p:cNvSpPr>
              <p:nvPr/>
            </p:nvSpPr>
            <p:spPr>
              <a:xfrm>
                <a:off x="4856018" y="957171"/>
                <a:ext cx="6096000" cy="461665"/>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2189798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F691B-EFA4-437F-B14F-D6015C14A46C}"/>
              </a:ext>
            </a:extLst>
          </p:cNvPr>
          <p:cNvSpPr>
            <a:spLocks noGrp="1"/>
          </p:cNvSpPr>
          <p:nvPr>
            <p:ph type="title"/>
          </p:nvPr>
        </p:nvSpPr>
        <p:spPr>
          <a:xfrm>
            <a:off x="761999" y="2443565"/>
            <a:ext cx="10811435" cy="1868486"/>
          </a:xfrm>
        </p:spPr>
        <p:txBody>
          <a:bodyPr>
            <a:normAutofit/>
          </a:bodyPr>
          <a:lstStyle/>
          <a:p>
            <a:pPr algn="ctr"/>
            <a:r>
              <a:rPr lang="en-US" b="1" dirty="0">
                <a:solidFill>
                  <a:srgbClr val="8D372D"/>
                </a:solidFill>
                <a:latin typeface="+mn-lt"/>
              </a:rPr>
              <a:t>Caution: </a:t>
            </a:r>
            <a:r>
              <a:rPr lang="en-US" b="1" dirty="0">
                <a:solidFill>
                  <a:srgbClr val="1B284F"/>
                </a:solidFill>
                <a:latin typeface="+mn-lt"/>
              </a:rPr>
              <a:t>Being optimal isn’t everything</a:t>
            </a:r>
            <a:r>
              <a:rPr lang="en-US" b="1" dirty="0">
                <a:solidFill>
                  <a:srgbClr val="1B284F"/>
                </a:solidFill>
              </a:rPr>
              <a:t>.</a:t>
            </a:r>
            <a:endParaRPr lang="en-US" b="1" dirty="0">
              <a:solidFill>
                <a:srgbClr val="1B284F"/>
              </a:solidFill>
              <a:latin typeface="+mn-lt"/>
            </a:endParaRPr>
          </a:p>
        </p:txBody>
      </p:sp>
    </p:spTree>
    <p:extLst>
      <p:ext uri="{BB962C8B-B14F-4D97-AF65-F5344CB8AC3E}">
        <p14:creationId xmlns:p14="http://schemas.microsoft.com/office/powerpoint/2010/main" val="3813632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Rectangle 4">
                <a:extLst>
                  <a:ext uri="{FF2B5EF4-FFF2-40B4-BE49-F238E27FC236}">
                    <a16:creationId xmlns:a16="http://schemas.microsoft.com/office/drawing/2014/main" id="{8441C03E-03A4-4220-A34F-8B8069C5DE1E}"/>
                  </a:ext>
                </a:extLst>
              </p:cNvPr>
              <p:cNvSpPr/>
              <p:nvPr/>
            </p:nvSpPr>
            <p:spPr>
              <a:xfrm>
                <a:off x="4969713" y="1467106"/>
                <a:ext cx="6004143"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𝑐</m:t>
                      </m:r>
                      <m:d>
                        <m:dPr>
                          <m:ctrlPr>
                            <a:rPr lang="en-US" sz="4000" b="0" i="1" smtClean="0">
                              <a:latin typeface="Cambria Math" panose="02040503050406030204" pitchFamily="18" charset="0"/>
                            </a:rPr>
                          </m:ctrlPr>
                        </m:dPr>
                        <m:e>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1</m:t>
                              </m:r>
                            </m:sub>
                          </m:sSub>
                        </m:e>
                      </m:d>
                      <m:r>
                        <a:rPr lang="en-US" sz="4000" b="0" i="1" smtClean="0">
                          <a:latin typeface="Cambria Math" panose="02040503050406030204" pitchFamily="18" charset="0"/>
                        </a:rPr>
                        <m:t>+</m:t>
                      </m:r>
                      <m:r>
                        <a:rPr lang="en-US" sz="4000" i="1" smtClean="0">
                          <a:latin typeface="Cambria Math" panose="02040503050406030204" pitchFamily="18" charset="0"/>
                        </a:rPr>
                        <m:t>∑</m:t>
                      </m:r>
                      <m:r>
                        <a:rPr lang="en-US" sz="4000" i="1" smtClean="0">
                          <a:latin typeface="Cambria Math" panose="02040503050406030204" pitchFamily="18" charset="0"/>
                        </a:rPr>
                        <m:t>𝑢</m:t>
                      </m:r>
                      <m:d>
                        <m:dPr>
                          <m:ctrlPr>
                            <a:rPr lang="en-US" sz="4000" i="1">
                              <a:latin typeface="Cambria Math" panose="02040503050406030204" pitchFamily="18" charset="0"/>
                            </a:rPr>
                          </m:ctrlPr>
                        </m:dPr>
                        <m:e>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e>
                      </m:d>
                      <m:r>
                        <m:rPr>
                          <m:sty m:val="p"/>
                        </m:rPr>
                        <a:rPr lang="en-US" sz="4000">
                          <a:latin typeface="Cambria Math" panose="02040503050406030204" pitchFamily="18" charset="0"/>
                        </a:rPr>
                        <m:t>Pr</m:t>
                      </m:r>
                      <m:r>
                        <a:rPr lang="en-US" sz="4000" i="1">
                          <a:latin typeface="Cambria Math" panose="02040503050406030204" pitchFamily="18" charset="0"/>
                        </a:rPr>
                        <m:t>⁡(</m:t>
                      </m:r>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1</m:t>
                          </m:r>
                        </m:sub>
                      </m:sSub>
                      <m:r>
                        <a:rPr lang="en-US" sz="4000" i="1">
                          <a:latin typeface="Cambria Math" panose="02040503050406030204" pitchFamily="18" charset="0"/>
                        </a:rPr>
                        <m:t>)</m:t>
                      </m:r>
                    </m:oMath>
                  </m:oMathPara>
                </a14:m>
                <a:endParaRPr lang="en-US" sz="4000" dirty="0"/>
              </a:p>
            </p:txBody>
          </p:sp>
        </mc:Choice>
        <mc:Fallback>
          <p:sp>
            <p:nvSpPr>
              <p:cNvPr id="5" name="Rectangle 4">
                <a:extLst>
                  <a:ext uri="{FF2B5EF4-FFF2-40B4-BE49-F238E27FC236}">
                    <a16:creationId xmlns:a16="http://schemas.microsoft.com/office/drawing/2014/main" id="{8441C03E-03A4-4220-A34F-8B8069C5DE1E}"/>
                  </a:ext>
                </a:extLst>
              </p:cNvPr>
              <p:cNvSpPr>
                <a:spLocks noRot="1" noChangeAspect="1" noMove="1" noResize="1" noEditPoints="1" noAdjustHandles="1" noChangeArrowheads="1" noChangeShapeType="1" noTextEdit="1"/>
              </p:cNvSpPr>
              <p:nvPr/>
            </p:nvSpPr>
            <p:spPr>
              <a:xfrm>
                <a:off x="4969713" y="1467106"/>
                <a:ext cx="6004143" cy="707886"/>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Rectangle 5">
                <a:extLst>
                  <a:ext uri="{FF2B5EF4-FFF2-40B4-BE49-F238E27FC236}">
                    <a16:creationId xmlns:a16="http://schemas.microsoft.com/office/drawing/2014/main" id="{CA5E457D-FB08-49AE-807C-958AF99E9DE0}"/>
                  </a:ext>
                </a:extLst>
              </p:cNvPr>
              <p:cNvSpPr/>
              <p:nvPr/>
            </p:nvSpPr>
            <p:spPr>
              <a:xfrm>
                <a:off x="4893409" y="2458327"/>
                <a:ext cx="6027868"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𝑐</m:t>
                      </m:r>
                      <m:d>
                        <m:dPr>
                          <m:ctrlPr>
                            <a:rPr lang="en-US" sz="4000" b="0" i="1" smtClean="0">
                              <a:latin typeface="Cambria Math" panose="02040503050406030204" pitchFamily="18" charset="0"/>
                            </a:rPr>
                          </m:ctrlPr>
                        </m:dPr>
                        <m:e>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2</m:t>
                              </m:r>
                            </m:sub>
                          </m:sSub>
                        </m:e>
                      </m:d>
                      <m:r>
                        <a:rPr lang="en-US" sz="4000" b="0" i="1" smtClean="0">
                          <a:latin typeface="Cambria Math" panose="02040503050406030204" pitchFamily="18" charset="0"/>
                        </a:rPr>
                        <m:t>+</m:t>
                      </m:r>
                      <m:r>
                        <a:rPr lang="en-US" sz="4000" i="1" smtClean="0">
                          <a:latin typeface="Cambria Math" panose="02040503050406030204" pitchFamily="18" charset="0"/>
                        </a:rPr>
                        <m:t>∑</m:t>
                      </m:r>
                      <m:r>
                        <a:rPr lang="en-US" sz="4000" i="1" smtClean="0">
                          <a:latin typeface="Cambria Math" panose="02040503050406030204" pitchFamily="18" charset="0"/>
                        </a:rPr>
                        <m:t>𝑢</m:t>
                      </m:r>
                      <m:d>
                        <m:dPr>
                          <m:ctrlPr>
                            <a:rPr lang="en-US" sz="4000" i="1">
                              <a:latin typeface="Cambria Math" panose="02040503050406030204" pitchFamily="18" charset="0"/>
                            </a:rPr>
                          </m:ctrlPr>
                        </m:dPr>
                        <m:e>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e>
                      </m:d>
                      <m:r>
                        <m:rPr>
                          <m:sty m:val="p"/>
                        </m:rPr>
                        <a:rPr lang="en-US" sz="4000">
                          <a:latin typeface="Cambria Math" panose="02040503050406030204" pitchFamily="18" charset="0"/>
                        </a:rPr>
                        <m:t>Pr</m:t>
                      </m:r>
                      <m:r>
                        <a:rPr lang="en-US" sz="4000" i="1">
                          <a:latin typeface="Cambria Math" panose="02040503050406030204" pitchFamily="18" charset="0"/>
                        </a:rPr>
                        <m:t>⁡(</m:t>
                      </m:r>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2</m:t>
                          </m:r>
                        </m:sub>
                      </m:sSub>
                      <m:r>
                        <a:rPr lang="en-US" sz="4000" i="1">
                          <a:latin typeface="Cambria Math" panose="02040503050406030204" pitchFamily="18" charset="0"/>
                        </a:rPr>
                        <m:t>)</m:t>
                      </m:r>
                    </m:oMath>
                  </m:oMathPara>
                </a14:m>
                <a:endParaRPr lang="en-US" sz="4000" dirty="0"/>
              </a:p>
            </p:txBody>
          </p:sp>
        </mc:Choice>
        <mc:Fallback>
          <p:sp>
            <p:nvSpPr>
              <p:cNvPr id="6" name="Rectangle 5">
                <a:extLst>
                  <a:ext uri="{FF2B5EF4-FFF2-40B4-BE49-F238E27FC236}">
                    <a16:creationId xmlns:a16="http://schemas.microsoft.com/office/drawing/2014/main" id="{CA5E457D-FB08-49AE-807C-958AF99E9DE0}"/>
                  </a:ext>
                </a:extLst>
              </p:cNvPr>
              <p:cNvSpPr>
                <a:spLocks noRot="1" noChangeAspect="1" noMove="1" noResize="1" noEditPoints="1" noAdjustHandles="1" noChangeArrowheads="1" noChangeShapeType="1" noTextEdit="1"/>
              </p:cNvSpPr>
              <p:nvPr/>
            </p:nvSpPr>
            <p:spPr>
              <a:xfrm>
                <a:off x="4893409" y="2458327"/>
                <a:ext cx="6027868" cy="70788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Rectangle 6">
                <a:extLst>
                  <a:ext uri="{FF2B5EF4-FFF2-40B4-BE49-F238E27FC236}">
                    <a16:creationId xmlns:a16="http://schemas.microsoft.com/office/drawing/2014/main" id="{7081308B-8616-47DC-8E89-847C6E38F8B3}"/>
                  </a:ext>
                </a:extLst>
              </p:cNvPr>
              <p:cNvSpPr/>
              <p:nvPr/>
            </p:nvSpPr>
            <p:spPr>
              <a:xfrm>
                <a:off x="4893408" y="3529420"/>
                <a:ext cx="6027868"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𝑐</m:t>
                      </m:r>
                      <m:d>
                        <m:dPr>
                          <m:ctrlPr>
                            <a:rPr lang="en-US" sz="4000" b="0" i="1" smtClean="0">
                              <a:latin typeface="Cambria Math" panose="02040503050406030204" pitchFamily="18" charset="0"/>
                            </a:rPr>
                          </m:ctrlPr>
                        </m:dPr>
                        <m:e>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3</m:t>
                              </m:r>
                            </m:sub>
                          </m:sSub>
                        </m:e>
                      </m:d>
                      <m:r>
                        <a:rPr lang="en-US" sz="4000" b="0" i="1" smtClean="0">
                          <a:latin typeface="Cambria Math" panose="02040503050406030204" pitchFamily="18" charset="0"/>
                        </a:rPr>
                        <m:t>+</m:t>
                      </m:r>
                      <m:r>
                        <a:rPr lang="en-US" sz="4000" i="1" smtClean="0">
                          <a:latin typeface="Cambria Math" panose="02040503050406030204" pitchFamily="18" charset="0"/>
                        </a:rPr>
                        <m:t>∑</m:t>
                      </m:r>
                      <m:r>
                        <a:rPr lang="en-US" sz="4000" i="1" smtClean="0">
                          <a:latin typeface="Cambria Math" panose="02040503050406030204" pitchFamily="18" charset="0"/>
                        </a:rPr>
                        <m:t>𝑢</m:t>
                      </m:r>
                      <m:d>
                        <m:dPr>
                          <m:ctrlPr>
                            <a:rPr lang="en-US" sz="4000" i="1">
                              <a:latin typeface="Cambria Math" panose="02040503050406030204" pitchFamily="18" charset="0"/>
                            </a:rPr>
                          </m:ctrlPr>
                        </m:dPr>
                        <m:e>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e>
                      </m:d>
                      <m:r>
                        <m:rPr>
                          <m:sty m:val="p"/>
                        </m:rPr>
                        <a:rPr lang="en-US" sz="4000">
                          <a:latin typeface="Cambria Math" panose="02040503050406030204" pitchFamily="18" charset="0"/>
                        </a:rPr>
                        <m:t>Pr</m:t>
                      </m:r>
                      <m:r>
                        <a:rPr lang="en-US" sz="4000" i="1">
                          <a:latin typeface="Cambria Math" panose="02040503050406030204" pitchFamily="18" charset="0"/>
                        </a:rPr>
                        <m:t>⁡(</m:t>
                      </m:r>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3</m:t>
                          </m:r>
                        </m:sub>
                      </m:sSub>
                      <m:r>
                        <a:rPr lang="en-US" sz="4000" i="1">
                          <a:latin typeface="Cambria Math" panose="02040503050406030204" pitchFamily="18" charset="0"/>
                        </a:rPr>
                        <m:t>)</m:t>
                      </m:r>
                    </m:oMath>
                  </m:oMathPara>
                </a14:m>
                <a:endParaRPr lang="en-US" sz="4000" dirty="0"/>
              </a:p>
            </p:txBody>
          </p:sp>
        </mc:Choice>
        <mc:Fallback>
          <p:sp>
            <p:nvSpPr>
              <p:cNvPr id="7" name="Rectangle 6">
                <a:extLst>
                  <a:ext uri="{FF2B5EF4-FFF2-40B4-BE49-F238E27FC236}">
                    <a16:creationId xmlns:a16="http://schemas.microsoft.com/office/drawing/2014/main" id="{7081308B-8616-47DC-8E89-847C6E38F8B3}"/>
                  </a:ext>
                </a:extLst>
              </p:cNvPr>
              <p:cNvSpPr>
                <a:spLocks noRot="1" noChangeAspect="1" noMove="1" noResize="1" noEditPoints="1" noAdjustHandles="1" noChangeArrowheads="1" noChangeShapeType="1" noTextEdit="1"/>
              </p:cNvSpPr>
              <p:nvPr/>
            </p:nvSpPr>
            <p:spPr>
              <a:xfrm>
                <a:off x="4893408" y="3529420"/>
                <a:ext cx="6027868" cy="70788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Rectangle 7">
                <a:extLst>
                  <a:ext uri="{FF2B5EF4-FFF2-40B4-BE49-F238E27FC236}">
                    <a16:creationId xmlns:a16="http://schemas.microsoft.com/office/drawing/2014/main" id="{8D9D99BB-2AF1-4270-B321-6CFAFD66FFC4}"/>
                  </a:ext>
                </a:extLst>
              </p:cNvPr>
              <p:cNvSpPr/>
              <p:nvPr/>
            </p:nvSpPr>
            <p:spPr>
              <a:xfrm>
                <a:off x="4861212" y="4688518"/>
                <a:ext cx="6027868"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𝑐</m:t>
                      </m:r>
                      <m:d>
                        <m:dPr>
                          <m:ctrlPr>
                            <a:rPr lang="en-US" sz="4000" b="0" i="1" smtClean="0">
                              <a:latin typeface="Cambria Math" panose="02040503050406030204" pitchFamily="18" charset="0"/>
                            </a:rPr>
                          </m:ctrlPr>
                        </m:dPr>
                        <m:e>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4</m:t>
                              </m:r>
                            </m:sub>
                          </m:sSub>
                        </m:e>
                      </m:d>
                      <m:r>
                        <a:rPr lang="en-US" sz="4000" b="0" i="1" smtClean="0">
                          <a:latin typeface="Cambria Math" panose="02040503050406030204" pitchFamily="18" charset="0"/>
                        </a:rPr>
                        <m:t>+</m:t>
                      </m:r>
                      <m:r>
                        <a:rPr lang="en-US" sz="4000" i="1" smtClean="0">
                          <a:latin typeface="Cambria Math" panose="02040503050406030204" pitchFamily="18" charset="0"/>
                        </a:rPr>
                        <m:t>∑</m:t>
                      </m:r>
                      <m:r>
                        <a:rPr lang="en-US" sz="4000" i="1" smtClean="0">
                          <a:latin typeface="Cambria Math" panose="02040503050406030204" pitchFamily="18" charset="0"/>
                        </a:rPr>
                        <m:t>𝑢</m:t>
                      </m:r>
                      <m:d>
                        <m:dPr>
                          <m:ctrlPr>
                            <a:rPr lang="en-US" sz="4000" i="1">
                              <a:latin typeface="Cambria Math" panose="02040503050406030204" pitchFamily="18" charset="0"/>
                            </a:rPr>
                          </m:ctrlPr>
                        </m:dPr>
                        <m:e>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e>
                      </m:d>
                      <m:r>
                        <m:rPr>
                          <m:sty m:val="p"/>
                        </m:rPr>
                        <a:rPr lang="en-US" sz="4000">
                          <a:latin typeface="Cambria Math" panose="02040503050406030204" pitchFamily="18" charset="0"/>
                        </a:rPr>
                        <m:t>Pr</m:t>
                      </m:r>
                      <m:r>
                        <a:rPr lang="en-US" sz="4000" i="1">
                          <a:latin typeface="Cambria Math" panose="02040503050406030204" pitchFamily="18" charset="0"/>
                        </a:rPr>
                        <m:t>⁡(</m:t>
                      </m:r>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4</m:t>
                          </m:r>
                        </m:sub>
                      </m:sSub>
                      <m:r>
                        <a:rPr lang="en-US" sz="4000" i="1">
                          <a:latin typeface="Cambria Math" panose="02040503050406030204" pitchFamily="18" charset="0"/>
                        </a:rPr>
                        <m:t>)</m:t>
                      </m:r>
                    </m:oMath>
                  </m:oMathPara>
                </a14:m>
                <a:endParaRPr lang="en-US" sz="4000" dirty="0"/>
              </a:p>
            </p:txBody>
          </p:sp>
        </mc:Choice>
        <mc:Fallback>
          <p:sp>
            <p:nvSpPr>
              <p:cNvPr id="8" name="Rectangle 7">
                <a:extLst>
                  <a:ext uri="{FF2B5EF4-FFF2-40B4-BE49-F238E27FC236}">
                    <a16:creationId xmlns:a16="http://schemas.microsoft.com/office/drawing/2014/main" id="{8D9D99BB-2AF1-4270-B321-6CFAFD66FFC4}"/>
                  </a:ext>
                </a:extLst>
              </p:cNvPr>
              <p:cNvSpPr>
                <a:spLocks noRot="1" noChangeAspect="1" noMove="1" noResize="1" noEditPoints="1" noAdjustHandles="1" noChangeArrowheads="1" noChangeShapeType="1" noTextEdit="1"/>
              </p:cNvSpPr>
              <p:nvPr/>
            </p:nvSpPr>
            <p:spPr>
              <a:xfrm>
                <a:off x="4861212" y="4688518"/>
                <a:ext cx="6027868" cy="707886"/>
              </a:xfrm>
              <a:prstGeom prst="rect">
                <a:avLst/>
              </a:prstGeom>
              <a:blipFill>
                <a:blip r:embed="rId5"/>
                <a:stretch>
                  <a:fillRect/>
                </a:stretch>
              </a:blipFill>
            </p:spPr>
            <p:txBody>
              <a:bodyPr/>
              <a:lstStyle/>
              <a:p>
                <a:r>
                  <a:rPr lang="en-US">
                    <a:noFill/>
                  </a:rPr>
                  <a:t> </a:t>
                </a:r>
              </a:p>
            </p:txBody>
          </p:sp>
        </mc:Fallback>
      </mc:AlternateContent>
      <p:sp>
        <p:nvSpPr>
          <p:cNvPr id="4" name="Text Placeholder 3">
            <a:extLst>
              <a:ext uri="{FF2B5EF4-FFF2-40B4-BE49-F238E27FC236}">
                <a16:creationId xmlns:a16="http://schemas.microsoft.com/office/drawing/2014/main" id="{75B8EEAB-1B3C-93DE-6AC6-4DA5C070FD46}"/>
              </a:ext>
            </a:extLst>
          </p:cNvPr>
          <p:cNvSpPr>
            <a:spLocks noGrp="1"/>
          </p:cNvSpPr>
          <p:nvPr>
            <p:ph type="body" sz="quarter" idx="16"/>
          </p:nvPr>
        </p:nvSpPr>
        <p:spPr/>
        <p:txBody>
          <a:bodyPr/>
          <a:lstStyle/>
          <a:p>
            <a:r>
              <a:rPr lang="en-US" dirty="0"/>
              <a:t>Further complications</a:t>
            </a:r>
          </a:p>
        </p:txBody>
      </p:sp>
    </p:spTree>
    <p:extLst>
      <p:ext uri="{BB962C8B-B14F-4D97-AF65-F5344CB8AC3E}">
        <p14:creationId xmlns:p14="http://schemas.microsoft.com/office/powerpoint/2010/main" val="2563875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7813F2F-C3BF-4B08-94A9-7E9F490069B9}"/>
              </a:ext>
            </a:extLst>
          </p:cNvPr>
          <p:cNvSpPr txBox="1"/>
          <p:nvPr/>
        </p:nvSpPr>
        <p:spPr>
          <a:xfrm>
            <a:off x="721185" y="3013501"/>
            <a:ext cx="2818226" cy="830997"/>
          </a:xfrm>
          <a:prstGeom prst="rect">
            <a:avLst/>
          </a:prstGeom>
          <a:noFill/>
        </p:spPr>
        <p:txBody>
          <a:bodyPr wrap="square" rtlCol="0">
            <a:spAutoFit/>
          </a:bodyPr>
          <a:lstStyle/>
          <a:p>
            <a:r>
              <a:rPr lang="en-US" sz="2400" b="1" dirty="0"/>
              <a:t>We may correctly order these.</a:t>
            </a:r>
          </a:p>
        </p:txBody>
      </p:sp>
      <p:cxnSp>
        <p:nvCxnSpPr>
          <p:cNvPr id="11" name="Straight Arrow Connector 10">
            <a:extLst>
              <a:ext uri="{FF2B5EF4-FFF2-40B4-BE49-F238E27FC236}">
                <a16:creationId xmlns:a16="http://schemas.microsoft.com/office/drawing/2014/main" id="{A1B69AB5-1E8C-42A2-BA48-D682A0C992B9}"/>
              </a:ext>
            </a:extLst>
          </p:cNvPr>
          <p:cNvCxnSpPr>
            <a:cxnSpLocks/>
          </p:cNvCxnSpPr>
          <p:nvPr/>
        </p:nvCxnSpPr>
        <p:spPr>
          <a:xfrm flipV="1">
            <a:off x="3354067" y="1833816"/>
            <a:ext cx="3716451" cy="1599515"/>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D605E03-3A29-426A-A4D8-7698F5CE247A}"/>
              </a:ext>
            </a:extLst>
          </p:cNvPr>
          <p:cNvCxnSpPr>
            <a:cxnSpLocks/>
          </p:cNvCxnSpPr>
          <p:nvPr/>
        </p:nvCxnSpPr>
        <p:spPr>
          <a:xfrm flipV="1">
            <a:off x="3359483" y="2845346"/>
            <a:ext cx="3654037" cy="587985"/>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1EDA564-455F-4365-81A8-4001FE4F1C4D}"/>
              </a:ext>
            </a:extLst>
          </p:cNvPr>
          <p:cNvCxnSpPr>
            <a:cxnSpLocks/>
          </p:cNvCxnSpPr>
          <p:nvPr/>
        </p:nvCxnSpPr>
        <p:spPr>
          <a:xfrm>
            <a:off x="3354067" y="3433331"/>
            <a:ext cx="3716451" cy="499437"/>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575BA15-8ECE-41B0-A9A3-0A5D1180C953}"/>
              </a:ext>
            </a:extLst>
          </p:cNvPr>
          <p:cNvCxnSpPr>
            <a:cxnSpLocks/>
          </p:cNvCxnSpPr>
          <p:nvPr/>
        </p:nvCxnSpPr>
        <p:spPr>
          <a:xfrm>
            <a:off x="3354067" y="3433331"/>
            <a:ext cx="3716451" cy="160795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2D93171D-7400-3FD2-2A54-064AB6668B9A}"/>
              </a:ext>
            </a:extLst>
          </p:cNvPr>
          <p:cNvSpPr>
            <a:spLocks noGrp="1"/>
          </p:cNvSpPr>
          <p:nvPr>
            <p:ph type="body" sz="quarter" idx="16"/>
          </p:nvPr>
        </p:nvSpPr>
        <p:spPr/>
        <p:txBody>
          <a:bodyPr/>
          <a:lstStyle/>
          <a:p>
            <a:r>
              <a:rPr lang="en-US" dirty="0"/>
              <a:t>Further complications</a:t>
            </a:r>
          </a:p>
        </p:txBody>
      </p:sp>
      <mc:AlternateContent xmlns:mc="http://schemas.openxmlformats.org/markup-compatibility/2006">
        <mc:Choice xmlns:a14="http://schemas.microsoft.com/office/drawing/2010/main" Requires="a14">
          <p:sp>
            <p:nvSpPr>
              <p:cNvPr id="14" name="Rectangle 13">
                <a:extLst>
                  <a:ext uri="{FF2B5EF4-FFF2-40B4-BE49-F238E27FC236}">
                    <a16:creationId xmlns:a16="http://schemas.microsoft.com/office/drawing/2014/main" id="{799DBDE2-6336-2237-452E-B9130288EEFC}"/>
                  </a:ext>
                </a:extLst>
              </p:cNvPr>
              <p:cNvSpPr/>
              <p:nvPr/>
            </p:nvSpPr>
            <p:spPr>
              <a:xfrm>
                <a:off x="4969713" y="1467106"/>
                <a:ext cx="6004143"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𝑐</m:t>
                      </m:r>
                      <m:d>
                        <m:dPr>
                          <m:ctrlPr>
                            <a:rPr lang="en-US" sz="4000" b="0" i="1" smtClean="0">
                              <a:latin typeface="Cambria Math" panose="02040503050406030204" pitchFamily="18" charset="0"/>
                            </a:rPr>
                          </m:ctrlPr>
                        </m:dPr>
                        <m:e>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1</m:t>
                              </m:r>
                            </m:sub>
                          </m:sSub>
                        </m:e>
                      </m:d>
                      <m:r>
                        <a:rPr lang="en-US" sz="4000" b="0" i="1" smtClean="0">
                          <a:latin typeface="Cambria Math" panose="02040503050406030204" pitchFamily="18" charset="0"/>
                        </a:rPr>
                        <m:t>+</m:t>
                      </m:r>
                      <m:r>
                        <a:rPr lang="en-US" sz="4000" i="1" smtClean="0">
                          <a:latin typeface="Cambria Math" panose="02040503050406030204" pitchFamily="18" charset="0"/>
                        </a:rPr>
                        <m:t>∑</m:t>
                      </m:r>
                      <m:r>
                        <a:rPr lang="en-US" sz="4000" i="1" smtClean="0">
                          <a:latin typeface="Cambria Math" panose="02040503050406030204" pitchFamily="18" charset="0"/>
                        </a:rPr>
                        <m:t>𝑢</m:t>
                      </m:r>
                      <m:d>
                        <m:dPr>
                          <m:ctrlPr>
                            <a:rPr lang="en-US" sz="4000" i="1">
                              <a:latin typeface="Cambria Math" panose="02040503050406030204" pitchFamily="18" charset="0"/>
                            </a:rPr>
                          </m:ctrlPr>
                        </m:dPr>
                        <m:e>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e>
                      </m:d>
                      <m:r>
                        <m:rPr>
                          <m:sty m:val="p"/>
                        </m:rPr>
                        <a:rPr lang="en-US" sz="4000">
                          <a:latin typeface="Cambria Math" panose="02040503050406030204" pitchFamily="18" charset="0"/>
                        </a:rPr>
                        <m:t>Pr</m:t>
                      </m:r>
                      <m:r>
                        <a:rPr lang="en-US" sz="4000" i="1">
                          <a:latin typeface="Cambria Math" panose="02040503050406030204" pitchFamily="18" charset="0"/>
                        </a:rPr>
                        <m:t>⁡(</m:t>
                      </m:r>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1</m:t>
                          </m:r>
                        </m:sub>
                      </m:sSub>
                      <m:r>
                        <a:rPr lang="en-US" sz="4000" i="1">
                          <a:latin typeface="Cambria Math" panose="02040503050406030204" pitchFamily="18" charset="0"/>
                        </a:rPr>
                        <m:t>)</m:t>
                      </m:r>
                    </m:oMath>
                  </m:oMathPara>
                </a14:m>
                <a:endParaRPr lang="en-US" sz="4000" dirty="0"/>
              </a:p>
            </p:txBody>
          </p:sp>
        </mc:Choice>
        <mc:Fallback>
          <p:sp>
            <p:nvSpPr>
              <p:cNvPr id="14" name="Rectangle 13">
                <a:extLst>
                  <a:ext uri="{FF2B5EF4-FFF2-40B4-BE49-F238E27FC236}">
                    <a16:creationId xmlns:a16="http://schemas.microsoft.com/office/drawing/2014/main" id="{799DBDE2-6336-2237-452E-B9130288EEFC}"/>
                  </a:ext>
                </a:extLst>
              </p:cNvPr>
              <p:cNvSpPr>
                <a:spLocks noRot="1" noChangeAspect="1" noMove="1" noResize="1" noEditPoints="1" noAdjustHandles="1" noChangeArrowheads="1" noChangeShapeType="1" noTextEdit="1"/>
              </p:cNvSpPr>
              <p:nvPr/>
            </p:nvSpPr>
            <p:spPr>
              <a:xfrm>
                <a:off x="4969713" y="1467106"/>
                <a:ext cx="6004143" cy="707886"/>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Rectangle 14">
                <a:extLst>
                  <a:ext uri="{FF2B5EF4-FFF2-40B4-BE49-F238E27FC236}">
                    <a16:creationId xmlns:a16="http://schemas.microsoft.com/office/drawing/2014/main" id="{EB895DAF-4376-8C5C-5986-15B4E0766388}"/>
                  </a:ext>
                </a:extLst>
              </p:cNvPr>
              <p:cNvSpPr/>
              <p:nvPr/>
            </p:nvSpPr>
            <p:spPr>
              <a:xfrm>
                <a:off x="4893409" y="2458327"/>
                <a:ext cx="6027868"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𝑐</m:t>
                      </m:r>
                      <m:d>
                        <m:dPr>
                          <m:ctrlPr>
                            <a:rPr lang="en-US" sz="4000" b="0" i="1" smtClean="0">
                              <a:latin typeface="Cambria Math" panose="02040503050406030204" pitchFamily="18" charset="0"/>
                            </a:rPr>
                          </m:ctrlPr>
                        </m:dPr>
                        <m:e>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2</m:t>
                              </m:r>
                            </m:sub>
                          </m:sSub>
                        </m:e>
                      </m:d>
                      <m:r>
                        <a:rPr lang="en-US" sz="4000" b="0" i="1" smtClean="0">
                          <a:latin typeface="Cambria Math" panose="02040503050406030204" pitchFamily="18" charset="0"/>
                        </a:rPr>
                        <m:t>+</m:t>
                      </m:r>
                      <m:r>
                        <a:rPr lang="en-US" sz="4000" i="1" smtClean="0">
                          <a:latin typeface="Cambria Math" panose="02040503050406030204" pitchFamily="18" charset="0"/>
                        </a:rPr>
                        <m:t>∑</m:t>
                      </m:r>
                      <m:r>
                        <a:rPr lang="en-US" sz="4000" i="1" smtClean="0">
                          <a:latin typeface="Cambria Math" panose="02040503050406030204" pitchFamily="18" charset="0"/>
                        </a:rPr>
                        <m:t>𝑢</m:t>
                      </m:r>
                      <m:d>
                        <m:dPr>
                          <m:ctrlPr>
                            <a:rPr lang="en-US" sz="4000" i="1">
                              <a:latin typeface="Cambria Math" panose="02040503050406030204" pitchFamily="18" charset="0"/>
                            </a:rPr>
                          </m:ctrlPr>
                        </m:dPr>
                        <m:e>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e>
                      </m:d>
                      <m:r>
                        <m:rPr>
                          <m:sty m:val="p"/>
                        </m:rPr>
                        <a:rPr lang="en-US" sz="4000">
                          <a:latin typeface="Cambria Math" panose="02040503050406030204" pitchFamily="18" charset="0"/>
                        </a:rPr>
                        <m:t>Pr</m:t>
                      </m:r>
                      <m:r>
                        <a:rPr lang="en-US" sz="4000" i="1">
                          <a:latin typeface="Cambria Math" panose="02040503050406030204" pitchFamily="18" charset="0"/>
                        </a:rPr>
                        <m:t>⁡(</m:t>
                      </m:r>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2</m:t>
                          </m:r>
                        </m:sub>
                      </m:sSub>
                      <m:r>
                        <a:rPr lang="en-US" sz="4000" i="1">
                          <a:latin typeface="Cambria Math" panose="02040503050406030204" pitchFamily="18" charset="0"/>
                        </a:rPr>
                        <m:t>)</m:t>
                      </m:r>
                    </m:oMath>
                  </m:oMathPara>
                </a14:m>
                <a:endParaRPr lang="en-US" sz="4000" dirty="0"/>
              </a:p>
            </p:txBody>
          </p:sp>
        </mc:Choice>
        <mc:Fallback>
          <p:sp>
            <p:nvSpPr>
              <p:cNvPr id="15" name="Rectangle 14">
                <a:extLst>
                  <a:ext uri="{FF2B5EF4-FFF2-40B4-BE49-F238E27FC236}">
                    <a16:creationId xmlns:a16="http://schemas.microsoft.com/office/drawing/2014/main" id="{EB895DAF-4376-8C5C-5986-15B4E0766388}"/>
                  </a:ext>
                </a:extLst>
              </p:cNvPr>
              <p:cNvSpPr>
                <a:spLocks noRot="1" noChangeAspect="1" noMove="1" noResize="1" noEditPoints="1" noAdjustHandles="1" noChangeArrowheads="1" noChangeShapeType="1" noTextEdit="1"/>
              </p:cNvSpPr>
              <p:nvPr/>
            </p:nvSpPr>
            <p:spPr>
              <a:xfrm>
                <a:off x="4893409" y="2458327"/>
                <a:ext cx="6027868" cy="70788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Rectangle 16">
                <a:extLst>
                  <a:ext uri="{FF2B5EF4-FFF2-40B4-BE49-F238E27FC236}">
                    <a16:creationId xmlns:a16="http://schemas.microsoft.com/office/drawing/2014/main" id="{A3A8E806-0093-65EE-01C5-054E14CE5D6B}"/>
                  </a:ext>
                </a:extLst>
              </p:cNvPr>
              <p:cNvSpPr/>
              <p:nvPr/>
            </p:nvSpPr>
            <p:spPr>
              <a:xfrm>
                <a:off x="4893408" y="3529420"/>
                <a:ext cx="6027868"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𝑐</m:t>
                      </m:r>
                      <m:d>
                        <m:dPr>
                          <m:ctrlPr>
                            <a:rPr lang="en-US" sz="4000" b="0" i="1" smtClean="0">
                              <a:latin typeface="Cambria Math" panose="02040503050406030204" pitchFamily="18" charset="0"/>
                            </a:rPr>
                          </m:ctrlPr>
                        </m:dPr>
                        <m:e>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3</m:t>
                              </m:r>
                            </m:sub>
                          </m:sSub>
                        </m:e>
                      </m:d>
                      <m:r>
                        <a:rPr lang="en-US" sz="4000" b="0" i="1" smtClean="0">
                          <a:latin typeface="Cambria Math" panose="02040503050406030204" pitchFamily="18" charset="0"/>
                        </a:rPr>
                        <m:t>+</m:t>
                      </m:r>
                      <m:r>
                        <a:rPr lang="en-US" sz="4000" i="1" smtClean="0">
                          <a:latin typeface="Cambria Math" panose="02040503050406030204" pitchFamily="18" charset="0"/>
                        </a:rPr>
                        <m:t>∑</m:t>
                      </m:r>
                      <m:r>
                        <a:rPr lang="en-US" sz="4000" i="1" smtClean="0">
                          <a:latin typeface="Cambria Math" panose="02040503050406030204" pitchFamily="18" charset="0"/>
                        </a:rPr>
                        <m:t>𝑢</m:t>
                      </m:r>
                      <m:d>
                        <m:dPr>
                          <m:ctrlPr>
                            <a:rPr lang="en-US" sz="4000" i="1">
                              <a:latin typeface="Cambria Math" panose="02040503050406030204" pitchFamily="18" charset="0"/>
                            </a:rPr>
                          </m:ctrlPr>
                        </m:dPr>
                        <m:e>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e>
                      </m:d>
                      <m:r>
                        <m:rPr>
                          <m:sty m:val="p"/>
                        </m:rPr>
                        <a:rPr lang="en-US" sz="4000">
                          <a:latin typeface="Cambria Math" panose="02040503050406030204" pitchFamily="18" charset="0"/>
                        </a:rPr>
                        <m:t>Pr</m:t>
                      </m:r>
                      <m:r>
                        <a:rPr lang="en-US" sz="4000" i="1">
                          <a:latin typeface="Cambria Math" panose="02040503050406030204" pitchFamily="18" charset="0"/>
                        </a:rPr>
                        <m:t>⁡(</m:t>
                      </m:r>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3</m:t>
                          </m:r>
                        </m:sub>
                      </m:sSub>
                      <m:r>
                        <a:rPr lang="en-US" sz="4000" i="1">
                          <a:latin typeface="Cambria Math" panose="02040503050406030204" pitchFamily="18" charset="0"/>
                        </a:rPr>
                        <m:t>)</m:t>
                      </m:r>
                    </m:oMath>
                  </m:oMathPara>
                </a14:m>
                <a:endParaRPr lang="en-US" sz="4000" dirty="0"/>
              </a:p>
            </p:txBody>
          </p:sp>
        </mc:Choice>
        <mc:Fallback>
          <p:sp>
            <p:nvSpPr>
              <p:cNvPr id="17" name="Rectangle 16">
                <a:extLst>
                  <a:ext uri="{FF2B5EF4-FFF2-40B4-BE49-F238E27FC236}">
                    <a16:creationId xmlns:a16="http://schemas.microsoft.com/office/drawing/2014/main" id="{A3A8E806-0093-65EE-01C5-054E14CE5D6B}"/>
                  </a:ext>
                </a:extLst>
              </p:cNvPr>
              <p:cNvSpPr>
                <a:spLocks noRot="1" noChangeAspect="1" noMove="1" noResize="1" noEditPoints="1" noAdjustHandles="1" noChangeArrowheads="1" noChangeShapeType="1" noTextEdit="1"/>
              </p:cNvSpPr>
              <p:nvPr/>
            </p:nvSpPr>
            <p:spPr>
              <a:xfrm>
                <a:off x="4893408" y="3529420"/>
                <a:ext cx="6027868" cy="70788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Rectangle 17">
                <a:extLst>
                  <a:ext uri="{FF2B5EF4-FFF2-40B4-BE49-F238E27FC236}">
                    <a16:creationId xmlns:a16="http://schemas.microsoft.com/office/drawing/2014/main" id="{FDD9D8B2-7705-93A8-1F29-83B828BF74FD}"/>
                  </a:ext>
                </a:extLst>
              </p:cNvPr>
              <p:cNvSpPr/>
              <p:nvPr/>
            </p:nvSpPr>
            <p:spPr>
              <a:xfrm>
                <a:off x="4861212" y="4688518"/>
                <a:ext cx="6027868"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𝑐</m:t>
                      </m:r>
                      <m:d>
                        <m:dPr>
                          <m:ctrlPr>
                            <a:rPr lang="en-US" sz="4000" b="0" i="1" smtClean="0">
                              <a:latin typeface="Cambria Math" panose="02040503050406030204" pitchFamily="18" charset="0"/>
                            </a:rPr>
                          </m:ctrlPr>
                        </m:dPr>
                        <m:e>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4</m:t>
                              </m:r>
                            </m:sub>
                          </m:sSub>
                        </m:e>
                      </m:d>
                      <m:r>
                        <a:rPr lang="en-US" sz="4000" b="0" i="1" smtClean="0">
                          <a:latin typeface="Cambria Math" panose="02040503050406030204" pitchFamily="18" charset="0"/>
                        </a:rPr>
                        <m:t>+</m:t>
                      </m:r>
                      <m:r>
                        <a:rPr lang="en-US" sz="4000" i="1" smtClean="0">
                          <a:latin typeface="Cambria Math" panose="02040503050406030204" pitchFamily="18" charset="0"/>
                        </a:rPr>
                        <m:t>∑</m:t>
                      </m:r>
                      <m:r>
                        <a:rPr lang="en-US" sz="4000" i="1" smtClean="0">
                          <a:latin typeface="Cambria Math" panose="02040503050406030204" pitchFamily="18" charset="0"/>
                        </a:rPr>
                        <m:t>𝑢</m:t>
                      </m:r>
                      <m:d>
                        <m:dPr>
                          <m:ctrlPr>
                            <a:rPr lang="en-US" sz="4000" i="1">
                              <a:latin typeface="Cambria Math" panose="02040503050406030204" pitchFamily="18" charset="0"/>
                            </a:rPr>
                          </m:ctrlPr>
                        </m:dPr>
                        <m:e>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e>
                      </m:d>
                      <m:r>
                        <m:rPr>
                          <m:sty m:val="p"/>
                        </m:rPr>
                        <a:rPr lang="en-US" sz="4000">
                          <a:latin typeface="Cambria Math" panose="02040503050406030204" pitchFamily="18" charset="0"/>
                        </a:rPr>
                        <m:t>Pr</m:t>
                      </m:r>
                      <m:r>
                        <a:rPr lang="en-US" sz="4000" i="1">
                          <a:latin typeface="Cambria Math" panose="02040503050406030204" pitchFamily="18" charset="0"/>
                        </a:rPr>
                        <m:t>⁡(</m:t>
                      </m:r>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4</m:t>
                          </m:r>
                        </m:sub>
                      </m:sSub>
                      <m:r>
                        <a:rPr lang="en-US" sz="4000" i="1">
                          <a:latin typeface="Cambria Math" panose="02040503050406030204" pitchFamily="18" charset="0"/>
                        </a:rPr>
                        <m:t>)</m:t>
                      </m:r>
                    </m:oMath>
                  </m:oMathPara>
                </a14:m>
                <a:endParaRPr lang="en-US" sz="4000" dirty="0"/>
              </a:p>
            </p:txBody>
          </p:sp>
        </mc:Choice>
        <mc:Fallback>
          <p:sp>
            <p:nvSpPr>
              <p:cNvPr id="18" name="Rectangle 17">
                <a:extLst>
                  <a:ext uri="{FF2B5EF4-FFF2-40B4-BE49-F238E27FC236}">
                    <a16:creationId xmlns:a16="http://schemas.microsoft.com/office/drawing/2014/main" id="{FDD9D8B2-7705-93A8-1F29-83B828BF74FD}"/>
                  </a:ext>
                </a:extLst>
              </p:cNvPr>
              <p:cNvSpPr>
                <a:spLocks noRot="1" noChangeAspect="1" noMove="1" noResize="1" noEditPoints="1" noAdjustHandles="1" noChangeArrowheads="1" noChangeShapeType="1" noTextEdit="1"/>
              </p:cNvSpPr>
              <p:nvPr/>
            </p:nvSpPr>
            <p:spPr>
              <a:xfrm>
                <a:off x="4861212" y="4688518"/>
                <a:ext cx="6027868" cy="707886"/>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039470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1ED566AF-2CFF-49D2-B669-A46B7E038B5E}"/>
              </a:ext>
            </a:extLst>
          </p:cNvPr>
          <p:cNvSpPr/>
          <p:nvPr/>
        </p:nvSpPr>
        <p:spPr>
          <a:xfrm>
            <a:off x="8517456" y="1425526"/>
            <a:ext cx="2172711" cy="4103077"/>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879F17E-CD32-40D4-913D-A8B1950CCD85}"/>
              </a:ext>
            </a:extLst>
          </p:cNvPr>
          <p:cNvSpPr/>
          <p:nvPr/>
        </p:nvSpPr>
        <p:spPr>
          <a:xfrm>
            <a:off x="7858887" y="5707144"/>
            <a:ext cx="3716787" cy="830997"/>
          </a:xfrm>
          <a:prstGeom prst="rect">
            <a:avLst/>
          </a:prstGeom>
        </p:spPr>
        <p:txBody>
          <a:bodyPr wrap="none">
            <a:spAutoFit/>
          </a:bodyPr>
          <a:lstStyle/>
          <a:p>
            <a:r>
              <a:rPr lang="en-US" sz="2400" b="1" dirty="0"/>
              <a:t>But be ignored and lack</a:t>
            </a:r>
          </a:p>
          <a:p>
            <a:r>
              <a:rPr lang="en-US" sz="2400" b="1" dirty="0"/>
              <a:t>face validity if we miss this.</a:t>
            </a:r>
          </a:p>
        </p:txBody>
      </p:sp>
      <p:sp>
        <p:nvSpPr>
          <p:cNvPr id="4" name="Text Placeholder 3">
            <a:extLst>
              <a:ext uri="{FF2B5EF4-FFF2-40B4-BE49-F238E27FC236}">
                <a16:creationId xmlns:a16="http://schemas.microsoft.com/office/drawing/2014/main" id="{4F5A9016-E658-28F0-645A-310BDFE98DA9}"/>
              </a:ext>
            </a:extLst>
          </p:cNvPr>
          <p:cNvSpPr>
            <a:spLocks noGrp="1"/>
          </p:cNvSpPr>
          <p:nvPr>
            <p:ph type="body" sz="quarter" idx="16"/>
          </p:nvPr>
        </p:nvSpPr>
        <p:spPr/>
        <p:txBody>
          <a:bodyPr/>
          <a:lstStyle/>
          <a:p>
            <a:r>
              <a:rPr lang="en-US" dirty="0"/>
              <a:t>Further complications</a:t>
            </a:r>
          </a:p>
        </p:txBody>
      </p:sp>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FB590A7D-FAA7-8EEB-4798-4FBE6351E42A}"/>
                  </a:ext>
                </a:extLst>
              </p:cNvPr>
              <p:cNvSpPr/>
              <p:nvPr/>
            </p:nvSpPr>
            <p:spPr>
              <a:xfrm>
                <a:off x="4969713" y="1467106"/>
                <a:ext cx="6004143"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𝑐</m:t>
                      </m:r>
                      <m:d>
                        <m:dPr>
                          <m:ctrlPr>
                            <a:rPr lang="en-US" sz="4000" b="0" i="1" smtClean="0">
                              <a:latin typeface="Cambria Math" panose="02040503050406030204" pitchFamily="18" charset="0"/>
                            </a:rPr>
                          </m:ctrlPr>
                        </m:dPr>
                        <m:e>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1</m:t>
                              </m:r>
                            </m:sub>
                          </m:sSub>
                        </m:e>
                      </m:d>
                      <m:r>
                        <a:rPr lang="en-US" sz="4000" b="0" i="1" smtClean="0">
                          <a:latin typeface="Cambria Math" panose="02040503050406030204" pitchFamily="18" charset="0"/>
                        </a:rPr>
                        <m:t>+</m:t>
                      </m:r>
                      <m:r>
                        <a:rPr lang="en-US" sz="4000" i="1" smtClean="0">
                          <a:latin typeface="Cambria Math" panose="02040503050406030204" pitchFamily="18" charset="0"/>
                        </a:rPr>
                        <m:t>∑</m:t>
                      </m:r>
                      <m:r>
                        <a:rPr lang="en-US" sz="4000" i="1" smtClean="0">
                          <a:latin typeface="Cambria Math" panose="02040503050406030204" pitchFamily="18" charset="0"/>
                        </a:rPr>
                        <m:t>𝑢</m:t>
                      </m:r>
                      <m:d>
                        <m:dPr>
                          <m:ctrlPr>
                            <a:rPr lang="en-US" sz="4000" i="1">
                              <a:latin typeface="Cambria Math" panose="02040503050406030204" pitchFamily="18" charset="0"/>
                            </a:rPr>
                          </m:ctrlPr>
                        </m:dPr>
                        <m:e>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e>
                      </m:d>
                      <m:r>
                        <m:rPr>
                          <m:sty m:val="p"/>
                        </m:rPr>
                        <a:rPr lang="en-US" sz="4000">
                          <a:latin typeface="Cambria Math" panose="02040503050406030204" pitchFamily="18" charset="0"/>
                        </a:rPr>
                        <m:t>Pr</m:t>
                      </m:r>
                      <m:r>
                        <a:rPr lang="en-US" sz="4000" i="1">
                          <a:latin typeface="Cambria Math" panose="02040503050406030204" pitchFamily="18" charset="0"/>
                        </a:rPr>
                        <m:t>⁡(</m:t>
                      </m:r>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1</m:t>
                          </m:r>
                        </m:sub>
                      </m:sSub>
                      <m:r>
                        <a:rPr lang="en-US" sz="4000" i="1">
                          <a:latin typeface="Cambria Math" panose="02040503050406030204" pitchFamily="18" charset="0"/>
                        </a:rPr>
                        <m:t>)</m:t>
                      </m:r>
                    </m:oMath>
                  </m:oMathPara>
                </a14:m>
                <a:endParaRPr lang="en-US" sz="4000" dirty="0"/>
              </a:p>
            </p:txBody>
          </p:sp>
        </mc:Choice>
        <mc:Fallback>
          <p:sp>
            <p:nvSpPr>
              <p:cNvPr id="2" name="Rectangle 1">
                <a:extLst>
                  <a:ext uri="{FF2B5EF4-FFF2-40B4-BE49-F238E27FC236}">
                    <a16:creationId xmlns:a16="http://schemas.microsoft.com/office/drawing/2014/main" id="{FB590A7D-FAA7-8EEB-4798-4FBE6351E42A}"/>
                  </a:ext>
                </a:extLst>
              </p:cNvPr>
              <p:cNvSpPr>
                <a:spLocks noRot="1" noChangeAspect="1" noMove="1" noResize="1" noEditPoints="1" noAdjustHandles="1" noChangeArrowheads="1" noChangeShapeType="1" noTextEdit="1"/>
              </p:cNvSpPr>
              <p:nvPr/>
            </p:nvSpPr>
            <p:spPr>
              <a:xfrm>
                <a:off x="4969713" y="1467106"/>
                <a:ext cx="6004143" cy="707886"/>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Rectangle 2">
                <a:extLst>
                  <a:ext uri="{FF2B5EF4-FFF2-40B4-BE49-F238E27FC236}">
                    <a16:creationId xmlns:a16="http://schemas.microsoft.com/office/drawing/2014/main" id="{6B70E2F8-877D-D2F7-B5B5-CC9C43256711}"/>
                  </a:ext>
                </a:extLst>
              </p:cNvPr>
              <p:cNvSpPr/>
              <p:nvPr/>
            </p:nvSpPr>
            <p:spPr>
              <a:xfrm>
                <a:off x="4893409" y="2458327"/>
                <a:ext cx="6027868"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𝑐</m:t>
                      </m:r>
                      <m:d>
                        <m:dPr>
                          <m:ctrlPr>
                            <a:rPr lang="en-US" sz="4000" b="0" i="1" smtClean="0">
                              <a:latin typeface="Cambria Math" panose="02040503050406030204" pitchFamily="18" charset="0"/>
                            </a:rPr>
                          </m:ctrlPr>
                        </m:dPr>
                        <m:e>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2</m:t>
                              </m:r>
                            </m:sub>
                          </m:sSub>
                        </m:e>
                      </m:d>
                      <m:r>
                        <a:rPr lang="en-US" sz="4000" b="0" i="1" smtClean="0">
                          <a:latin typeface="Cambria Math" panose="02040503050406030204" pitchFamily="18" charset="0"/>
                        </a:rPr>
                        <m:t>+</m:t>
                      </m:r>
                      <m:r>
                        <a:rPr lang="en-US" sz="4000" i="1" smtClean="0">
                          <a:latin typeface="Cambria Math" panose="02040503050406030204" pitchFamily="18" charset="0"/>
                        </a:rPr>
                        <m:t>∑</m:t>
                      </m:r>
                      <m:r>
                        <a:rPr lang="en-US" sz="4000" i="1" smtClean="0">
                          <a:latin typeface="Cambria Math" panose="02040503050406030204" pitchFamily="18" charset="0"/>
                        </a:rPr>
                        <m:t>𝑢</m:t>
                      </m:r>
                      <m:d>
                        <m:dPr>
                          <m:ctrlPr>
                            <a:rPr lang="en-US" sz="4000" i="1">
                              <a:latin typeface="Cambria Math" panose="02040503050406030204" pitchFamily="18" charset="0"/>
                            </a:rPr>
                          </m:ctrlPr>
                        </m:dPr>
                        <m:e>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e>
                      </m:d>
                      <m:r>
                        <m:rPr>
                          <m:sty m:val="p"/>
                        </m:rPr>
                        <a:rPr lang="en-US" sz="4000">
                          <a:latin typeface="Cambria Math" panose="02040503050406030204" pitchFamily="18" charset="0"/>
                        </a:rPr>
                        <m:t>Pr</m:t>
                      </m:r>
                      <m:r>
                        <a:rPr lang="en-US" sz="4000" i="1">
                          <a:latin typeface="Cambria Math" panose="02040503050406030204" pitchFamily="18" charset="0"/>
                        </a:rPr>
                        <m:t>⁡(</m:t>
                      </m:r>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2</m:t>
                          </m:r>
                        </m:sub>
                      </m:sSub>
                      <m:r>
                        <a:rPr lang="en-US" sz="4000" i="1">
                          <a:latin typeface="Cambria Math" panose="02040503050406030204" pitchFamily="18" charset="0"/>
                        </a:rPr>
                        <m:t>)</m:t>
                      </m:r>
                    </m:oMath>
                  </m:oMathPara>
                </a14:m>
                <a:endParaRPr lang="en-US" sz="4000" dirty="0"/>
              </a:p>
            </p:txBody>
          </p:sp>
        </mc:Choice>
        <mc:Fallback>
          <p:sp>
            <p:nvSpPr>
              <p:cNvPr id="3" name="Rectangle 2">
                <a:extLst>
                  <a:ext uri="{FF2B5EF4-FFF2-40B4-BE49-F238E27FC236}">
                    <a16:creationId xmlns:a16="http://schemas.microsoft.com/office/drawing/2014/main" id="{6B70E2F8-877D-D2F7-B5B5-CC9C43256711}"/>
                  </a:ext>
                </a:extLst>
              </p:cNvPr>
              <p:cNvSpPr>
                <a:spLocks noRot="1" noChangeAspect="1" noMove="1" noResize="1" noEditPoints="1" noAdjustHandles="1" noChangeArrowheads="1" noChangeShapeType="1" noTextEdit="1"/>
              </p:cNvSpPr>
              <p:nvPr/>
            </p:nvSpPr>
            <p:spPr>
              <a:xfrm>
                <a:off x="4893409" y="2458327"/>
                <a:ext cx="6027868" cy="70788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Rectangle 8">
                <a:extLst>
                  <a:ext uri="{FF2B5EF4-FFF2-40B4-BE49-F238E27FC236}">
                    <a16:creationId xmlns:a16="http://schemas.microsoft.com/office/drawing/2014/main" id="{E4E85A33-3C0F-A80C-5140-6FF1F805FA88}"/>
                  </a:ext>
                </a:extLst>
              </p:cNvPr>
              <p:cNvSpPr/>
              <p:nvPr/>
            </p:nvSpPr>
            <p:spPr>
              <a:xfrm>
                <a:off x="4893408" y="3529420"/>
                <a:ext cx="6027868"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𝑐</m:t>
                      </m:r>
                      <m:d>
                        <m:dPr>
                          <m:ctrlPr>
                            <a:rPr lang="en-US" sz="4000" b="0" i="1" smtClean="0">
                              <a:latin typeface="Cambria Math" panose="02040503050406030204" pitchFamily="18" charset="0"/>
                            </a:rPr>
                          </m:ctrlPr>
                        </m:dPr>
                        <m:e>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3</m:t>
                              </m:r>
                            </m:sub>
                          </m:sSub>
                        </m:e>
                      </m:d>
                      <m:r>
                        <a:rPr lang="en-US" sz="4000" b="0" i="1" smtClean="0">
                          <a:latin typeface="Cambria Math" panose="02040503050406030204" pitchFamily="18" charset="0"/>
                        </a:rPr>
                        <m:t>+</m:t>
                      </m:r>
                      <m:r>
                        <a:rPr lang="en-US" sz="4000" i="1" smtClean="0">
                          <a:latin typeface="Cambria Math" panose="02040503050406030204" pitchFamily="18" charset="0"/>
                        </a:rPr>
                        <m:t>∑</m:t>
                      </m:r>
                      <m:r>
                        <a:rPr lang="en-US" sz="4000" i="1" smtClean="0">
                          <a:latin typeface="Cambria Math" panose="02040503050406030204" pitchFamily="18" charset="0"/>
                        </a:rPr>
                        <m:t>𝑢</m:t>
                      </m:r>
                      <m:d>
                        <m:dPr>
                          <m:ctrlPr>
                            <a:rPr lang="en-US" sz="4000" i="1">
                              <a:latin typeface="Cambria Math" panose="02040503050406030204" pitchFamily="18" charset="0"/>
                            </a:rPr>
                          </m:ctrlPr>
                        </m:dPr>
                        <m:e>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e>
                      </m:d>
                      <m:r>
                        <m:rPr>
                          <m:sty m:val="p"/>
                        </m:rPr>
                        <a:rPr lang="en-US" sz="4000">
                          <a:latin typeface="Cambria Math" panose="02040503050406030204" pitchFamily="18" charset="0"/>
                        </a:rPr>
                        <m:t>Pr</m:t>
                      </m:r>
                      <m:r>
                        <a:rPr lang="en-US" sz="4000" i="1">
                          <a:latin typeface="Cambria Math" panose="02040503050406030204" pitchFamily="18" charset="0"/>
                        </a:rPr>
                        <m:t>⁡(</m:t>
                      </m:r>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3</m:t>
                          </m:r>
                        </m:sub>
                      </m:sSub>
                      <m:r>
                        <a:rPr lang="en-US" sz="4000" i="1">
                          <a:latin typeface="Cambria Math" panose="02040503050406030204" pitchFamily="18" charset="0"/>
                        </a:rPr>
                        <m:t>)</m:t>
                      </m:r>
                    </m:oMath>
                  </m:oMathPara>
                </a14:m>
                <a:endParaRPr lang="en-US" sz="4000" dirty="0"/>
              </a:p>
            </p:txBody>
          </p:sp>
        </mc:Choice>
        <mc:Fallback>
          <p:sp>
            <p:nvSpPr>
              <p:cNvPr id="9" name="Rectangle 8">
                <a:extLst>
                  <a:ext uri="{FF2B5EF4-FFF2-40B4-BE49-F238E27FC236}">
                    <a16:creationId xmlns:a16="http://schemas.microsoft.com/office/drawing/2014/main" id="{E4E85A33-3C0F-A80C-5140-6FF1F805FA88}"/>
                  </a:ext>
                </a:extLst>
              </p:cNvPr>
              <p:cNvSpPr>
                <a:spLocks noRot="1" noChangeAspect="1" noMove="1" noResize="1" noEditPoints="1" noAdjustHandles="1" noChangeArrowheads="1" noChangeShapeType="1" noTextEdit="1"/>
              </p:cNvSpPr>
              <p:nvPr/>
            </p:nvSpPr>
            <p:spPr>
              <a:xfrm>
                <a:off x="4893408" y="3529420"/>
                <a:ext cx="6027868" cy="70788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Rectangle 9">
                <a:extLst>
                  <a:ext uri="{FF2B5EF4-FFF2-40B4-BE49-F238E27FC236}">
                    <a16:creationId xmlns:a16="http://schemas.microsoft.com/office/drawing/2014/main" id="{E207DD5D-4380-AB7D-6456-FB00C0C3FA8B}"/>
                  </a:ext>
                </a:extLst>
              </p:cNvPr>
              <p:cNvSpPr/>
              <p:nvPr/>
            </p:nvSpPr>
            <p:spPr>
              <a:xfrm>
                <a:off x="4861212" y="4688518"/>
                <a:ext cx="6027868"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𝑐</m:t>
                      </m:r>
                      <m:d>
                        <m:dPr>
                          <m:ctrlPr>
                            <a:rPr lang="en-US" sz="4000" b="0" i="1" smtClean="0">
                              <a:latin typeface="Cambria Math" panose="02040503050406030204" pitchFamily="18" charset="0"/>
                            </a:rPr>
                          </m:ctrlPr>
                        </m:dPr>
                        <m:e>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4</m:t>
                              </m:r>
                            </m:sub>
                          </m:sSub>
                        </m:e>
                      </m:d>
                      <m:r>
                        <a:rPr lang="en-US" sz="4000" b="0" i="1" smtClean="0">
                          <a:latin typeface="Cambria Math" panose="02040503050406030204" pitchFamily="18" charset="0"/>
                        </a:rPr>
                        <m:t>+</m:t>
                      </m:r>
                      <m:r>
                        <a:rPr lang="en-US" sz="4000" i="1" smtClean="0">
                          <a:latin typeface="Cambria Math" panose="02040503050406030204" pitchFamily="18" charset="0"/>
                        </a:rPr>
                        <m:t>∑</m:t>
                      </m:r>
                      <m:r>
                        <a:rPr lang="en-US" sz="4000" i="1" smtClean="0">
                          <a:latin typeface="Cambria Math" panose="02040503050406030204" pitchFamily="18" charset="0"/>
                        </a:rPr>
                        <m:t>𝑢</m:t>
                      </m:r>
                      <m:d>
                        <m:dPr>
                          <m:ctrlPr>
                            <a:rPr lang="en-US" sz="4000" i="1">
                              <a:latin typeface="Cambria Math" panose="02040503050406030204" pitchFamily="18" charset="0"/>
                            </a:rPr>
                          </m:ctrlPr>
                        </m:dPr>
                        <m:e>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e>
                      </m:d>
                      <m:r>
                        <m:rPr>
                          <m:sty m:val="p"/>
                        </m:rPr>
                        <a:rPr lang="en-US" sz="4000">
                          <a:latin typeface="Cambria Math" panose="02040503050406030204" pitchFamily="18" charset="0"/>
                        </a:rPr>
                        <m:t>Pr</m:t>
                      </m:r>
                      <m:r>
                        <a:rPr lang="en-US" sz="4000" i="1">
                          <a:latin typeface="Cambria Math" panose="02040503050406030204" pitchFamily="18" charset="0"/>
                        </a:rPr>
                        <m:t>⁡(</m:t>
                      </m:r>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4</m:t>
                          </m:r>
                        </m:sub>
                      </m:sSub>
                      <m:r>
                        <a:rPr lang="en-US" sz="4000" i="1">
                          <a:latin typeface="Cambria Math" panose="02040503050406030204" pitchFamily="18" charset="0"/>
                        </a:rPr>
                        <m:t>)</m:t>
                      </m:r>
                    </m:oMath>
                  </m:oMathPara>
                </a14:m>
                <a:endParaRPr lang="en-US" sz="4000" dirty="0"/>
              </a:p>
            </p:txBody>
          </p:sp>
        </mc:Choice>
        <mc:Fallback>
          <p:sp>
            <p:nvSpPr>
              <p:cNvPr id="10" name="Rectangle 9">
                <a:extLst>
                  <a:ext uri="{FF2B5EF4-FFF2-40B4-BE49-F238E27FC236}">
                    <a16:creationId xmlns:a16="http://schemas.microsoft.com/office/drawing/2014/main" id="{E207DD5D-4380-AB7D-6456-FB00C0C3FA8B}"/>
                  </a:ext>
                </a:extLst>
              </p:cNvPr>
              <p:cNvSpPr>
                <a:spLocks noRot="1" noChangeAspect="1" noMove="1" noResize="1" noEditPoints="1" noAdjustHandles="1" noChangeArrowheads="1" noChangeShapeType="1" noTextEdit="1"/>
              </p:cNvSpPr>
              <p:nvPr/>
            </p:nvSpPr>
            <p:spPr>
              <a:xfrm>
                <a:off x="4861212" y="4688518"/>
                <a:ext cx="6027868" cy="707886"/>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64826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1ED566AF-2CFF-49D2-B669-A46B7E038B5E}"/>
              </a:ext>
            </a:extLst>
          </p:cNvPr>
          <p:cNvSpPr/>
          <p:nvPr/>
        </p:nvSpPr>
        <p:spPr>
          <a:xfrm>
            <a:off x="4977589" y="1422933"/>
            <a:ext cx="1530210" cy="4103077"/>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1165077-1087-4922-8DA1-FE3AFFA0F13D}"/>
              </a:ext>
            </a:extLst>
          </p:cNvPr>
          <p:cNvSpPr/>
          <p:nvPr/>
        </p:nvSpPr>
        <p:spPr>
          <a:xfrm>
            <a:off x="4380461" y="5563114"/>
            <a:ext cx="3597331" cy="1200329"/>
          </a:xfrm>
          <a:prstGeom prst="rect">
            <a:avLst/>
          </a:prstGeom>
        </p:spPr>
        <p:txBody>
          <a:bodyPr wrap="none">
            <a:spAutoFit/>
          </a:bodyPr>
          <a:lstStyle/>
          <a:p>
            <a:r>
              <a:rPr lang="en-US" sz="2400" b="1" dirty="0"/>
              <a:t>And policy disagreements</a:t>
            </a:r>
          </a:p>
          <a:p>
            <a:r>
              <a:rPr lang="en-US" sz="2400" b="1" dirty="0"/>
              <a:t>tend focus on this</a:t>
            </a:r>
          </a:p>
          <a:p>
            <a:r>
              <a:rPr lang="en-US" sz="2400" b="1" dirty="0"/>
              <a:t> </a:t>
            </a:r>
          </a:p>
        </p:txBody>
      </p:sp>
      <p:sp>
        <p:nvSpPr>
          <p:cNvPr id="4" name="Text Placeholder 3">
            <a:extLst>
              <a:ext uri="{FF2B5EF4-FFF2-40B4-BE49-F238E27FC236}">
                <a16:creationId xmlns:a16="http://schemas.microsoft.com/office/drawing/2014/main" id="{62E0FCB5-D9C5-459A-BFC6-F8E8BB198DB3}"/>
              </a:ext>
            </a:extLst>
          </p:cNvPr>
          <p:cNvSpPr>
            <a:spLocks noGrp="1"/>
          </p:cNvSpPr>
          <p:nvPr>
            <p:ph type="body" sz="quarter" idx="16"/>
          </p:nvPr>
        </p:nvSpPr>
        <p:spPr/>
        <p:txBody>
          <a:bodyPr/>
          <a:lstStyle/>
          <a:p>
            <a:r>
              <a:rPr lang="en-US" dirty="0"/>
              <a:t>Further complications</a:t>
            </a:r>
          </a:p>
        </p:txBody>
      </p:sp>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0576F904-F6B4-3551-E6AE-0D0CDE1DCE2E}"/>
                  </a:ext>
                </a:extLst>
              </p:cNvPr>
              <p:cNvSpPr/>
              <p:nvPr/>
            </p:nvSpPr>
            <p:spPr>
              <a:xfrm>
                <a:off x="4973869" y="1467106"/>
                <a:ext cx="6004143"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𝑐</m:t>
                      </m:r>
                      <m:d>
                        <m:dPr>
                          <m:ctrlPr>
                            <a:rPr lang="en-US" sz="4000" b="0" i="1" smtClean="0">
                              <a:latin typeface="Cambria Math" panose="02040503050406030204" pitchFamily="18" charset="0"/>
                            </a:rPr>
                          </m:ctrlPr>
                        </m:dPr>
                        <m:e>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1</m:t>
                              </m:r>
                            </m:sub>
                          </m:sSub>
                        </m:e>
                      </m:d>
                      <m:r>
                        <a:rPr lang="en-US" sz="4000" b="0" i="1" smtClean="0">
                          <a:latin typeface="Cambria Math" panose="02040503050406030204" pitchFamily="18" charset="0"/>
                        </a:rPr>
                        <m:t>+</m:t>
                      </m:r>
                      <m:r>
                        <a:rPr lang="en-US" sz="4000" i="1" smtClean="0">
                          <a:latin typeface="Cambria Math" panose="02040503050406030204" pitchFamily="18" charset="0"/>
                        </a:rPr>
                        <m:t>∑</m:t>
                      </m:r>
                      <m:r>
                        <a:rPr lang="en-US" sz="4000" i="1" smtClean="0">
                          <a:latin typeface="Cambria Math" panose="02040503050406030204" pitchFamily="18" charset="0"/>
                        </a:rPr>
                        <m:t>𝑢</m:t>
                      </m:r>
                      <m:d>
                        <m:dPr>
                          <m:ctrlPr>
                            <a:rPr lang="en-US" sz="4000" i="1">
                              <a:latin typeface="Cambria Math" panose="02040503050406030204" pitchFamily="18" charset="0"/>
                            </a:rPr>
                          </m:ctrlPr>
                        </m:dPr>
                        <m:e>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e>
                      </m:d>
                      <m:r>
                        <m:rPr>
                          <m:sty m:val="p"/>
                        </m:rPr>
                        <a:rPr lang="en-US" sz="4000">
                          <a:latin typeface="Cambria Math" panose="02040503050406030204" pitchFamily="18" charset="0"/>
                        </a:rPr>
                        <m:t>Pr</m:t>
                      </m:r>
                      <m:r>
                        <a:rPr lang="en-US" sz="4000" i="1">
                          <a:latin typeface="Cambria Math" panose="02040503050406030204" pitchFamily="18" charset="0"/>
                        </a:rPr>
                        <m:t>⁡(</m:t>
                      </m:r>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1</m:t>
                          </m:r>
                        </m:sub>
                      </m:sSub>
                      <m:r>
                        <a:rPr lang="en-US" sz="4000" i="1">
                          <a:latin typeface="Cambria Math" panose="02040503050406030204" pitchFamily="18" charset="0"/>
                        </a:rPr>
                        <m:t>)</m:t>
                      </m:r>
                    </m:oMath>
                  </m:oMathPara>
                </a14:m>
                <a:endParaRPr lang="en-US" sz="4000" dirty="0"/>
              </a:p>
            </p:txBody>
          </p:sp>
        </mc:Choice>
        <mc:Fallback>
          <p:sp>
            <p:nvSpPr>
              <p:cNvPr id="2" name="Rectangle 1">
                <a:extLst>
                  <a:ext uri="{FF2B5EF4-FFF2-40B4-BE49-F238E27FC236}">
                    <a16:creationId xmlns:a16="http://schemas.microsoft.com/office/drawing/2014/main" id="{0576F904-F6B4-3551-E6AE-0D0CDE1DCE2E}"/>
                  </a:ext>
                </a:extLst>
              </p:cNvPr>
              <p:cNvSpPr>
                <a:spLocks noRot="1" noChangeAspect="1" noMove="1" noResize="1" noEditPoints="1" noAdjustHandles="1" noChangeArrowheads="1" noChangeShapeType="1" noTextEdit="1"/>
              </p:cNvSpPr>
              <p:nvPr/>
            </p:nvSpPr>
            <p:spPr>
              <a:xfrm>
                <a:off x="4973869" y="1467106"/>
                <a:ext cx="6004143" cy="707886"/>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Rectangle 2">
                <a:extLst>
                  <a:ext uri="{FF2B5EF4-FFF2-40B4-BE49-F238E27FC236}">
                    <a16:creationId xmlns:a16="http://schemas.microsoft.com/office/drawing/2014/main" id="{BA27C710-8FC5-4377-810B-79CFE6504941}"/>
                  </a:ext>
                </a:extLst>
              </p:cNvPr>
              <p:cNvSpPr/>
              <p:nvPr/>
            </p:nvSpPr>
            <p:spPr>
              <a:xfrm>
                <a:off x="4893409" y="2458327"/>
                <a:ext cx="6027868"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𝑐</m:t>
                      </m:r>
                      <m:d>
                        <m:dPr>
                          <m:ctrlPr>
                            <a:rPr lang="en-US" sz="4000" b="0" i="1" smtClean="0">
                              <a:latin typeface="Cambria Math" panose="02040503050406030204" pitchFamily="18" charset="0"/>
                            </a:rPr>
                          </m:ctrlPr>
                        </m:dPr>
                        <m:e>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2</m:t>
                              </m:r>
                            </m:sub>
                          </m:sSub>
                        </m:e>
                      </m:d>
                      <m:r>
                        <a:rPr lang="en-US" sz="4000" b="0" i="1" smtClean="0">
                          <a:latin typeface="Cambria Math" panose="02040503050406030204" pitchFamily="18" charset="0"/>
                        </a:rPr>
                        <m:t>+</m:t>
                      </m:r>
                      <m:r>
                        <a:rPr lang="en-US" sz="4000" i="1" smtClean="0">
                          <a:latin typeface="Cambria Math" panose="02040503050406030204" pitchFamily="18" charset="0"/>
                        </a:rPr>
                        <m:t>∑</m:t>
                      </m:r>
                      <m:r>
                        <a:rPr lang="en-US" sz="4000" i="1" smtClean="0">
                          <a:latin typeface="Cambria Math" panose="02040503050406030204" pitchFamily="18" charset="0"/>
                        </a:rPr>
                        <m:t>𝑢</m:t>
                      </m:r>
                      <m:d>
                        <m:dPr>
                          <m:ctrlPr>
                            <a:rPr lang="en-US" sz="4000" i="1">
                              <a:latin typeface="Cambria Math" panose="02040503050406030204" pitchFamily="18" charset="0"/>
                            </a:rPr>
                          </m:ctrlPr>
                        </m:dPr>
                        <m:e>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e>
                      </m:d>
                      <m:r>
                        <m:rPr>
                          <m:sty m:val="p"/>
                        </m:rPr>
                        <a:rPr lang="en-US" sz="4000">
                          <a:latin typeface="Cambria Math" panose="02040503050406030204" pitchFamily="18" charset="0"/>
                        </a:rPr>
                        <m:t>Pr</m:t>
                      </m:r>
                      <m:r>
                        <a:rPr lang="en-US" sz="4000" i="1">
                          <a:latin typeface="Cambria Math" panose="02040503050406030204" pitchFamily="18" charset="0"/>
                        </a:rPr>
                        <m:t>⁡(</m:t>
                      </m:r>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2</m:t>
                          </m:r>
                        </m:sub>
                      </m:sSub>
                      <m:r>
                        <a:rPr lang="en-US" sz="4000" i="1">
                          <a:latin typeface="Cambria Math" panose="02040503050406030204" pitchFamily="18" charset="0"/>
                        </a:rPr>
                        <m:t>)</m:t>
                      </m:r>
                    </m:oMath>
                  </m:oMathPara>
                </a14:m>
                <a:endParaRPr lang="en-US" sz="4000" dirty="0"/>
              </a:p>
            </p:txBody>
          </p:sp>
        </mc:Choice>
        <mc:Fallback>
          <p:sp>
            <p:nvSpPr>
              <p:cNvPr id="3" name="Rectangle 2">
                <a:extLst>
                  <a:ext uri="{FF2B5EF4-FFF2-40B4-BE49-F238E27FC236}">
                    <a16:creationId xmlns:a16="http://schemas.microsoft.com/office/drawing/2014/main" id="{BA27C710-8FC5-4377-810B-79CFE6504941}"/>
                  </a:ext>
                </a:extLst>
              </p:cNvPr>
              <p:cNvSpPr>
                <a:spLocks noRot="1" noChangeAspect="1" noMove="1" noResize="1" noEditPoints="1" noAdjustHandles="1" noChangeArrowheads="1" noChangeShapeType="1" noTextEdit="1"/>
              </p:cNvSpPr>
              <p:nvPr/>
            </p:nvSpPr>
            <p:spPr>
              <a:xfrm>
                <a:off x="4893409" y="2458327"/>
                <a:ext cx="6027868" cy="70788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Rectangle 8">
                <a:extLst>
                  <a:ext uri="{FF2B5EF4-FFF2-40B4-BE49-F238E27FC236}">
                    <a16:creationId xmlns:a16="http://schemas.microsoft.com/office/drawing/2014/main" id="{63B29827-3CCD-8D16-99D8-0456CC98A93B}"/>
                  </a:ext>
                </a:extLst>
              </p:cNvPr>
              <p:cNvSpPr/>
              <p:nvPr/>
            </p:nvSpPr>
            <p:spPr>
              <a:xfrm>
                <a:off x="4893408" y="3529420"/>
                <a:ext cx="6027868"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𝑐</m:t>
                      </m:r>
                      <m:d>
                        <m:dPr>
                          <m:ctrlPr>
                            <a:rPr lang="en-US" sz="4000" b="0" i="1" smtClean="0">
                              <a:latin typeface="Cambria Math" panose="02040503050406030204" pitchFamily="18" charset="0"/>
                            </a:rPr>
                          </m:ctrlPr>
                        </m:dPr>
                        <m:e>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3</m:t>
                              </m:r>
                            </m:sub>
                          </m:sSub>
                        </m:e>
                      </m:d>
                      <m:r>
                        <a:rPr lang="en-US" sz="4000" b="0" i="1" smtClean="0">
                          <a:latin typeface="Cambria Math" panose="02040503050406030204" pitchFamily="18" charset="0"/>
                        </a:rPr>
                        <m:t>+</m:t>
                      </m:r>
                      <m:r>
                        <a:rPr lang="en-US" sz="4000" i="1" smtClean="0">
                          <a:latin typeface="Cambria Math" panose="02040503050406030204" pitchFamily="18" charset="0"/>
                        </a:rPr>
                        <m:t>∑</m:t>
                      </m:r>
                      <m:r>
                        <a:rPr lang="en-US" sz="4000" i="1" smtClean="0">
                          <a:latin typeface="Cambria Math" panose="02040503050406030204" pitchFamily="18" charset="0"/>
                        </a:rPr>
                        <m:t>𝑢</m:t>
                      </m:r>
                      <m:d>
                        <m:dPr>
                          <m:ctrlPr>
                            <a:rPr lang="en-US" sz="4000" i="1">
                              <a:latin typeface="Cambria Math" panose="02040503050406030204" pitchFamily="18" charset="0"/>
                            </a:rPr>
                          </m:ctrlPr>
                        </m:dPr>
                        <m:e>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e>
                      </m:d>
                      <m:r>
                        <m:rPr>
                          <m:sty m:val="p"/>
                        </m:rPr>
                        <a:rPr lang="en-US" sz="4000">
                          <a:latin typeface="Cambria Math" panose="02040503050406030204" pitchFamily="18" charset="0"/>
                        </a:rPr>
                        <m:t>Pr</m:t>
                      </m:r>
                      <m:r>
                        <a:rPr lang="en-US" sz="4000" i="1">
                          <a:latin typeface="Cambria Math" panose="02040503050406030204" pitchFamily="18" charset="0"/>
                        </a:rPr>
                        <m:t>⁡(</m:t>
                      </m:r>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3</m:t>
                          </m:r>
                        </m:sub>
                      </m:sSub>
                      <m:r>
                        <a:rPr lang="en-US" sz="4000" i="1">
                          <a:latin typeface="Cambria Math" panose="02040503050406030204" pitchFamily="18" charset="0"/>
                        </a:rPr>
                        <m:t>)</m:t>
                      </m:r>
                    </m:oMath>
                  </m:oMathPara>
                </a14:m>
                <a:endParaRPr lang="en-US" sz="4000" dirty="0"/>
              </a:p>
            </p:txBody>
          </p:sp>
        </mc:Choice>
        <mc:Fallback>
          <p:sp>
            <p:nvSpPr>
              <p:cNvPr id="9" name="Rectangle 8">
                <a:extLst>
                  <a:ext uri="{FF2B5EF4-FFF2-40B4-BE49-F238E27FC236}">
                    <a16:creationId xmlns:a16="http://schemas.microsoft.com/office/drawing/2014/main" id="{63B29827-3CCD-8D16-99D8-0456CC98A93B}"/>
                  </a:ext>
                </a:extLst>
              </p:cNvPr>
              <p:cNvSpPr>
                <a:spLocks noRot="1" noChangeAspect="1" noMove="1" noResize="1" noEditPoints="1" noAdjustHandles="1" noChangeArrowheads="1" noChangeShapeType="1" noTextEdit="1"/>
              </p:cNvSpPr>
              <p:nvPr/>
            </p:nvSpPr>
            <p:spPr>
              <a:xfrm>
                <a:off x="4893408" y="3529420"/>
                <a:ext cx="6027868" cy="70788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Rectangle 9">
                <a:extLst>
                  <a:ext uri="{FF2B5EF4-FFF2-40B4-BE49-F238E27FC236}">
                    <a16:creationId xmlns:a16="http://schemas.microsoft.com/office/drawing/2014/main" id="{6E6DFC9F-051F-D208-AA77-601C1F427C8A}"/>
                  </a:ext>
                </a:extLst>
              </p:cNvPr>
              <p:cNvSpPr/>
              <p:nvPr/>
            </p:nvSpPr>
            <p:spPr>
              <a:xfrm>
                <a:off x="4861212" y="4688518"/>
                <a:ext cx="6027868"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𝑐</m:t>
                      </m:r>
                      <m:d>
                        <m:dPr>
                          <m:ctrlPr>
                            <a:rPr lang="en-US" sz="4000" b="0" i="1" smtClean="0">
                              <a:latin typeface="Cambria Math" panose="02040503050406030204" pitchFamily="18" charset="0"/>
                            </a:rPr>
                          </m:ctrlPr>
                        </m:dPr>
                        <m:e>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4</m:t>
                              </m:r>
                            </m:sub>
                          </m:sSub>
                        </m:e>
                      </m:d>
                      <m:r>
                        <a:rPr lang="en-US" sz="4000" b="0" i="1" smtClean="0">
                          <a:latin typeface="Cambria Math" panose="02040503050406030204" pitchFamily="18" charset="0"/>
                        </a:rPr>
                        <m:t>+</m:t>
                      </m:r>
                      <m:r>
                        <a:rPr lang="en-US" sz="4000" i="1" smtClean="0">
                          <a:latin typeface="Cambria Math" panose="02040503050406030204" pitchFamily="18" charset="0"/>
                        </a:rPr>
                        <m:t>∑</m:t>
                      </m:r>
                      <m:r>
                        <a:rPr lang="en-US" sz="4000" i="1" smtClean="0">
                          <a:latin typeface="Cambria Math" panose="02040503050406030204" pitchFamily="18" charset="0"/>
                        </a:rPr>
                        <m:t>𝑢</m:t>
                      </m:r>
                      <m:d>
                        <m:dPr>
                          <m:ctrlPr>
                            <a:rPr lang="en-US" sz="4000" i="1">
                              <a:latin typeface="Cambria Math" panose="02040503050406030204" pitchFamily="18" charset="0"/>
                            </a:rPr>
                          </m:ctrlPr>
                        </m:dPr>
                        <m:e>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e>
                      </m:d>
                      <m:r>
                        <m:rPr>
                          <m:sty m:val="p"/>
                        </m:rPr>
                        <a:rPr lang="en-US" sz="4000">
                          <a:latin typeface="Cambria Math" panose="02040503050406030204" pitchFamily="18" charset="0"/>
                        </a:rPr>
                        <m:t>Pr</m:t>
                      </m:r>
                      <m:r>
                        <a:rPr lang="en-US" sz="4000" i="1">
                          <a:latin typeface="Cambria Math" panose="02040503050406030204" pitchFamily="18" charset="0"/>
                        </a:rPr>
                        <m:t>⁡(</m:t>
                      </m:r>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4</m:t>
                          </m:r>
                        </m:sub>
                      </m:sSub>
                      <m:r>
                        <a:rPr lang="en-US" sz="4000" i="1">
                          <a:latin typeface="Cambria Math" panose="02040503050406030204" pitchFamily="18" charset="0"/>
                        </a:rPr>
                        <m:t>)</m:t>
                      </m:r>
                    </m:oMath>
                  </m:oMathPara>
                </a14:m>
                <a:endParaRPr lang="en-US" sz="4000" dirty="0"/>
              </a:p>
            </p:txBody>
          </p:sp>
        </mc:Choice>
        <mc:Fallback>
          <p:sp>
            <p:nvSpPr>
              <p:cNvPr id="10" name="Rectangle 9">
                <a:extLst>
                  <a:ext uri="{FF2B5EF4-FFF2-40B4-BE49-F238E27FC236}">
                    <a16:creationId xmlns:a16="http://schemas.microsoft.com/office/drawing/2014/main" id="{6E6DFC9F-051F-D208-AA77-601C1F427C8A}"/>
                  </a:ext>
                </a:extLst>
              </p:cNvPr>
              <p:cNvSpPr>
                <a:spLocks noRot="1" noChangeAspect="1" noMove="1" noResize="1" noEditPoints="1" noAdjustHandles="1" noChangeArrowheads="1" noChangeShapeType="1" noTextEdit="1"/>
              </p:cNvSpPr>
              <p:nvPr/>
            </p:nvSpPr>
            <p:spPr>
              <a:xfrm>
                <a:off x="4861212" y="4688518"/>
                <a:ext cx="6027868" cy="707886"/>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5530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F691B-EFA4-437F-B14F-D6015C14A46C}"/>
              </a:ext>
            </a:extLst>
          </p:cNvPr>
          <p:cNvSpPr>
            <a:spLocks noGrp="1"/>
          </p:cNvSpPr>
          <p:nvPr>
            <p:ph type="title"/>
          </p:nvPr>
        </p:nvSpPr>
        <p:spPr>
          <a:xfrm>
            <a:off x="761999" y="2443565"/>
            <a:ext cx="10811435" cy="1868486"/>
          </a:xfrm>
        </p:spPr>
        <p:txBody>
          <a:bodyPr>
            <a:normAutofit/>
          </a:bodyPr>
          <a:lstStyle/>
          <a:p>
            <a:pPr algn="ctr"/>
            <a:r>
              <a:rPr lang="en-US" b="1" dirty="0">
                <a:solidFill>
                  <a:srgbClr val="8D372D"/>
                </a:solidFill>
                <a:latin typeface="+mn-lt"/>
              </a:rPr>
              <a:t>What next? </a:t>
            </a:r>
            <a:endParaRPr lang="en-US" b="1" dirty="0">
              <a:solidFill>
                <a:srgbClr val="1B284F"/>
              </a:solidFill>
              <a:latin typeface="+mn-lt"/>
            </a:endParaRPr>
          </a:p>
        </p:txBody>
      </p:sp>
    </p:spTree>
    <p:extLst>
      <p:ext uri="{BB962C8B-B14F-4D97-AF65-F5344CB8AC3E}">
        <p14:creationId xmlns:p14="http://schemas.microsoft.com/office/powerpoint/2010/main" val="3294389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D71E2-8A1D-AD36-028F-78174C2DF462}"/>
              </a:ext>
            </a:extLst>
          </p:cNvPr>
          <p:cNvSpPr>
            <a:spLocks noGrp="1"/>
          </p:cNvSpPr>
          <p:nvPr>
            <p:ph type="title"/>
          </p:nvPr>
        </p:nvSpPr>
        <p:spPr/>
        <p:txBody>
          <a:bodyPr/>
          <a:lstStyle/>
          <a:p>
            <a:r>
              <a:rPr lang="en-US" dirty="0"/>
              <a:t>Some directions…</a:t>
            </a:r>
          </a:p>
        </p:txBody>
      </p:sp>
      <p:sp>
        <p:nvSpPr>
          <p:cNvPr id="3" name="Content Placeholder 2">
            <a:extLst>
              <a:ext uri="{FF2B5EF4-FFF2-40B4-BE49-F238E27FC236}">
                <a16:creationId xmlns:a16="http://schemas.microsoft.com/office/drawing/2014/main" id="{F6E0ACEC-8385-CAD1-35BE-5DCC86CE07A9}"/>
              </a:ext>
            </a:extLst>
          </p:cNvPr>
          <p:cNvSpPr>
            <a:spLocks noGrp="1"/>
          </p:cNvSpPr>
          <p:nvPr>
            <p:ph idx="1"/>
          </p:nvPr>
        </p:nvSpPr>
        <p:spPr/>
        <p:txBody>
          <a:bodyPr>
            <a:normAutofit fontScale="92500"/>
          </a:bodyPr>
          <a:lstStyle/>
          <a:p>
            <a:r>
              <a:rPr lang="en-US" dirty="0"/>
              <a:t>Think about aspects of utility functions we need to know, maybe come up with some canonical or reference utility functions. </a:t>
            </a:r>
          </a:p>
          <a:p>
            <a:r>
              <a:rPr lang="en-US" dirty="0"/>
              <a:t>Focus on working out the math and making some tools for “idealized” situations. </a:t>
            </a:r>
          </a:p>
          <a:p>
            <a:pPr lvl="1"/>
            <a:r>
              <a:rPr lang="en-US" dirty="0"/>
              <a:t>Optimal decision based on modeled scenarios</a:t>
            </a:r>
          </a:p>
          <a:p>
            <a:pPr lvl="1"/>
            <a:r>
              <a:rPr lang="en-US" dirty="0"/>
              <a:t>Assume we want to know how good that decision would have been had we been able to achieve the assumed scenario, given what we actually observed.</a:t>
            </a:r>
          </a:p>
          <a:p>
            <a:r>
              <a:rPr lang="en-US" dirty="0"/>
              <a:t>Do simulations/math to see when this breaks, sends us the wrong direction</a:t>
            </a:r>
          </a:p>
          <a:p>
            <a:r>
              <a:rPr lang="en-US" dirty="0"/>
              <a:t>Tie this to VOI analysis, including the space of scenarios considered.</a:t>
            </a:r>
          </a:p>
        </p:txBody>
      </p:sp>
    </p:spTree>
    <p:extLst>
      <p:ext uri="{BB962C8B-B14F-4D97-AF65-F5344CB8AC3E}">
        <p14:creationId xmlns:p14="http://schemas.microsoft.com/office/powerpoint/2010/main" val="19115382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National Institute of Allergy and Infectious Diseases (NIAID)">
            <a:extLst>
              <a:ext uri="{FF2B5EF4-FFF2-40B4-BE49-F238E27FC236}">
                <a16:creationId xmlns:a16="http://schemas.microsoft.com/office/drawing/2014/main" id="{2BC84C55-C217-34E3-8730-BDD6014012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403" y="1235453"/>
            <a:ext cx="2933700" cy="1571625"/>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24B8B7D4-03B5-91FF-120A-A2C3068CBB0A}"/>
              </a:ext>
            </a:extLst>
          </p:cNvPr>
          <p:cNvSpPr/>
          <p:nvPr/>
        </p:nvSpPr>
        <p:spPr>
          <a:xfrm>
            <a:off x="648237" y="2412642"/>
            <a:ext cx="2667000" cy="768440"/>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43A2506-C608-A0F0-5A4C-46D4F462CFD1}"/>
              </a:ext>
            </a:extLst>
          </p:cNvPr>
          <p:cNvSpPr txBox="1"/>
          <p:nvPr/>
        </p:nvSpPr>
        <p:spPr>
          <a:xfrm>
            <a:off x="448041" y="241247"/>
            <a:ext cx="3606800" cy="923330"/>
          </a:xfrm>
          <a:prstGeom prst="rect">
            <a:avLst/>
          </a:prstGeom>
          <a:noFill/>
        </p:spPr>
        <p:txBody>
          <a:bodyPr wrap="square" rtlCol="0">
            <a:spAutoFit/>
          </a:bodyPr>
          <a:lstStyle/>
          <a:p>
            <a:r>
              <a:rPr lang="en-US" sz="5400" b="1" dirty="0">
                <a:latin typeface="Source Sans Pro" panose="020B0503030403020204" pitchFamily="34" charset="0"/>
                <a:ea typeface="Source Sans Pro" panose="020B0503030403020204" pitchFamily="34" charset="0"/>
              </a:rPr>
              <a:t>Thank you!</a:t>
            </a:r>
          </a:p>
        </p:txBody>
      </p:sp>
      <p:sp>
        <p:nvSpPr>
          <p:cNvPr id="13" name="Rectangle 12">
            <a:extLst>
              <a:ext uri="{FF2B5EF4-FFF2-40B4-BE49-F238E27FC236}">
                <a16:creationId xmlns:a16="http://schemas.microsoft.com/office/drawing/2014/main" id="{6CF1CDF5-E07C-7132-490B-2F7F47BD15A4}"/>
              </a:ext>
            </a:extLst>
          </p:cNvPr>
          <p:cNvSpPr/>
          <p:nvPr/>
        </p:nvSpPr>
        <p:spPr>
          <a:xfrm>
            <a:off x="4680033" y="977550"/>
            <a:ext cx="7397365" cy="5816977"/>
          </a:xfrm>
          <a:prstGeom prst="rect">
            <a:avLst/>
          </a:prstGeom>
        </p:spPr>
        <p:txBody>
          <a:bodyPr wrap="square">
            <a:spAutoFit/>
          </a:bodyPr>
          <a:lstStyle/>
          <a:p>
            <a:r>
              <a:rPr lang="en-US" sz="1400" b="1" dirty="0">
                <a:solidFill>
                  <a:srgbClr val="1FAEDB"/>
                </a:solidFill>
                <a:latin typeface="Source Sans Pro SemiBold" panose="020B0503030403020204" pitchFamily="34" charset="0"/>
                <a:ea typeface="Source Sans Pro SemiBold" panose="020B0503030403020204" pitchFamily="34" charset="0"/>
                <a:cs typeface="Arial Unicode MS" panose="020B0604020202020204" pitchFamily="34" charset="-128"/>
              </a:rPr>
              <a:t>Coordination Team</a:t>
            </a:r>
            <a:br>
              <a:rPr lang="en-US" sz="1400" b="1" dirty="0">
                <a:solidFill>
                  <a:srgbClr val="1FAEDB"/>
                </a:solidFill>
                <a:latin typeface="Garamond" panose="02020404030301010803" pitchFamily="18" charset="0"/>
                <a:ea typeface="Arial Unicode MS" panose="020B0604020202020204" pitchFamily="34" charset="-128"/>
                <a:cs typeface="Arial Unicode MS" panose="020B0604020202020204" pitchFamily="34" charset="-128"/>
              </a:rPr>
            </a:br>
            <a:r>
              <a:rPr lang="en-US" altLang="en-US" sz="1100" dirty="0" err="1">
                <a:latin typeface="Source Sans Pro" panose="020B0503030403020204" pitchFamily="34" charset="0"/>
                <a:ea typeface="Source Sans Pro" panose="020B0503030403020204" pitchFamily="34" charset="0"/>
                <a:cs typeface="Times New Roman" panose="02020603050405020304" pitchFamily="18" charset="0"/>
              </a:rPr>
              <a:t>Katriona</a:t>
            </a:r>
            <a:r>
              <a:rPr lang="en-US" altLang="en-US" sz="1100" dirty="0">
                <a:latin typeface="Source Sans Pro" panose="020B0503030403020204" pitchFamily="34" charset="0"/>
                <a:ea typeface="Source Sans Pro" panose="020B0503030403020204" pitchFamily="34" charset="0"/>
                <a:cs typeface="Times New Roman" panose="02020603050405020304" pitchFamily="18" charset="0"/>
              </a:rPr>
              <a:t> Shea, Justin Lessler, </a:t>
            </a:r>
            <a:r>
              <a:rPr lang="en-US" sz="1100" dirty="0">
                <a:latin typeface="Source Sans Pro" panose="020B0503030403020204" pitchFamily="34" charset="0"/>
                <a:ea typeface="Source Sans Pro" panose="020B0503030403020204" pitchFamily="34" charset="0"/>
              </a:rPr>
              <a:t>Cécile Viboud, </a:t>
            </a:r>
            <a:r>
              <a:rPr lang="en-US" altLang="en-US" sz="1100" dirty="0">
                <a:latin typeface="Source Sans Pro" panose="020B0503030403020204" pitchFamily="34" charset="0"/>
                <a:ea typeface="Source Sans Pro" panose="020B0503030403020204" pitchFamily="34" charset="0"/>
                <a:cs typeface="Times New Roman" panose="02020603050405020304" pitchFamily="18" charset="0"/>
              </a:rPr>
              <a:t>Rebecca Borchering, Emily Howerton, Shaun Truelove, Claire Smith, Michelle Qin, Nicholas Reich, Michael Runge, Lucie Contamin, John Levander, Jessica Kerr, Harry Hochheiser, Luke Mullany, Sara Loo, Sung-</a:t>
            </a:r>
            <a:r>
              <a:rPr lang="en-US" altLang="en-US" sz="1100" dirty="0" err="1">
                <a:latin typeface="Source Sans Pro" panose="020B0503030403020204" pitchFamily="34" charset="0"/>
                <a:ea typeface="Source Sans Pro" panose="020B0503030403020204" pitchFamily="34" charset="0"/>
                <a:cs typeface="Times New Roman" panose="02020603050405020304" pitchFamily="18" charset="0"/>
              </a:rPr>
              <a:t>mok</a:t>
            </a:r>
            <a:r>
              <a:rPr lang="en-US" altLang="en-US" sz="1100" dirty="0">
                <a:latin typeface="Source Sans Pro" panose="020B0503030403020204" pitchFamily="34" charset="0"/>
                <a:ea typeface="Source Sans Pro" panose="020B0503030403020204" pitchFamily="34" charset="0"/>
                <a:cs typeface="Times New Roman" panose="02020603050405020304" pitchFamily="18" charset="0"/>
              </a:rPr>
              <a:t> Jung, </a:t>
            </a:r>
            <a:r>
              <a:rPr lang="en-US" altLang="en-US" sz="1100" dirty="0" err="1">
                <a:latin typeface="Source Sans Pro" panose="020B0503030403020204" pitchFamily="34" charset="0"/>
                <a:ea typeface="Source Sans Pro" panose="020B0503030403020204" pitchFamily="34" charset="0"/>
                <a:cs typeface="Times New Roman" panose="02020603050405020304" pitchFamily="18" charset="0"/>
              </a:rPr>
              <a:t>Smantha</a:t>
            </a:r>
            <a:r>
              <a:rPr lang="en-US" altLang="en-US" sz="1100" dirty="0">
                <a:latin typeface="Source Sans Pro" panose="020B0503030403020204" pitchFamily="34" charset="0"/>
                <a:ea typeface="Source Sans Pro" panose="020B0503030403020204" pitchFamily="34" charset="0"/>
                <a:cs typeface="Times New Roman" panose="02020603050405020304" pitchFamily="18" charset="0"/>
              </a:rPr>
              <a:t> Bents, Katie Yan</a:t>
            </a:r>
          </a:p>
          <a:p>
            <a:endParaRPr lang="en-US" sz="1100" b="1" dirty="0">
              <a:solidFill>
                <a:srgbClr val="00B050"/>
              </a:solidFill>
              <a:latin typeface="Source Sans Pro SemiBold" panose="020B0503030403020204" pitchFamily="34" charset="0"/>
              <a:ea typeface="Source Sans Pro SemiBold" panose="020B0503030403020204" pitchFamily="34" charset="0"/>
              <a:cs typeface="Arial Unicode MS" panose="020B0604020202020204" pitchFamily="34" charset="-128"/>
            </a:endParaRPr>
          </a:p>
          <a:p>
            <a:r>
              <a:rPr lang="en-US" sz="1400" b="1" dirty="0">
                <a:solidFill>
                  <a:srgbClr val="1FAEDB"/>
                </a:solidFill>
                <a:latin typeface="Source Sans Pro SemiBold" panose="020B0503030403020204" pitchFamily="34" charset="0"/>
                <a:ea typeface="Source Sans Pro SemiBold" panose="020B0503030403020204" pitchFamily="34" charset="0"/>
                <a:cs typeface="Arial Unicode MS" panose="020B0604020202020204" pitchFamily="34" charset="-128"/>
              </a:rPr>
              <a:t>Modeling Groups Contributing COVID-19 Projections</a:t>
            </a:r>
            <a:endParaRPr lang="en-US" sz="1400" dirty="0">
              <a:solidFill>
                <a:srgbClr val="1FAEDB"/>
              </a:solidFill>
              <a:latin typeface="Source Sans Pro" panose="020B0503030403020204" pitchFamily="34" charset="0"/>
              <a:ea typeface="Source Sans Pro" panose="020B0503030403020204" pitchFamily="34" charset="0"/>
            </a:endParaRPr>
          </a:p>
          <a:p>
            <a:r>
              <a:rPr lang="en-US" sz="1100" i="1" dirty="0">
                <a:latin typeface="Source Sans Pro" panose="020B0503030403020204" pitchFamily="34" charset="0"/>
                <a:ea typeface="Source Sans Pro" panose="020B0503030403020204" pitchFamily="34" charset="0"/>
              </a:rPr>
              <a:t>Columbia University </a:t>
            </a:r>
            <a:r>
              <a:rPr lang="en-US" sz="1100" dirty="0">
                <a:latin typeface="Source Sans Pro" panose="020B0503030403020204" pitchFamily="34" charset="0"/>
                <a:ea typeface="Source Sans Pro" panose="020B0503030403020204" pitchFamily="34" charset="0"/>
              </a:rPr>
              <a:t>– Age-Stratified Model: Marta </a:t>
            </a:r>
            <a:r>
              <a:rPr lang="en-US" sz="1100" dirty="0" err="1">
                <a:latin typeface="Source Sans Pro" panose="020B0503030403020204" pitchFamily="34" charset="0"/>
                <a:ea typeface="Source Sans Pro" panose="020B0503030403020204" pitchFamily="34" charset="0"/>
              </a:rPr>
              <a:t>Galanti</a:t>
            </a:r>
            <a:r>
              <a:rPr lang="en-US" sz="1100" dirty="0">
                <a:latin typeface="Source Sans Pro" panose="020B0503030403020204" pitchFamily="34" charset="0"/>
                <a:ea typeface="Source Sans Pro" panose="020B0503030403020204" pitchFamily="34" charset="0"/>
              </a:rPr>
              <a:t>, Teresa </a:t>
            </a:r>
            <a:r>
              <a:rPr lang="en-US" sz="1100" dirty="0" err="1">
                <a:latin typeface="Source Sans Pro" panose="020B0503030403020204" pitchFamily="34" charset="0"/>
                <a:ea typeface="Source Sans Pro" panose="020B0503030403020204" pitchFamily="34" charset="0"/>
              </a:rPr>
              <a:t>Yamana</a:t>
            </a:r>
            <a:r>
              <a:rPr lang="en-US" sz="1100" dirty="0">
                <a:latin typeface="Source Sans Pro" panose="020B0503030403020204" pitchFamily="34" charset="0"/>
                <a:ea typeface="Source Sans Pro" panose="020B0503030403020204" pitchFamily="34" charset="0"/>
              </a:rPr>
              <a:t>, Sen Pei, Jeffrey Shaman</a:t>
            </a:r>
          </a:p>
          <a:p>
            <a:r>
              <a:rPr lang="en-US" sz="1100" i="1" dirty="0">
                <a:latin typeface="Source Sans Pro" panose="020B0503030403020204" pitchFamily="34" charset="0"/>
                <a:ea typeface="Source Sans Pro" panose="020B0503030403020204" pitchFamily="34" charset="0"/>
              </a:rPr>
              <a:t>Institute for Health Metrics and Evaluation – IHME COVID</a:t>
            </a:r>
          </a:p>
          <a:p>
            <a:r>
              <a:rPr lang="en-US" sz="1100" i="1" dirty="0">
                <a:latin typeface="Source Sans Pro" panose="020B0503030403020204" pitchFamily="34" charset="0"/>
                <a:ea typeface="Source Sans Pro" panose="020B0503030403020204" pitchFamily="34" charset="0"/>
              </a:rPr>
              <a:t>John Hopkins University-APL</a:t>
            </a:r>
            <a:r>
              <a:rPr lang="en-US" sz="1100" dirty="0">
                <a:latin typeface="Source Sans Pro" panose="020B0503030403020204" pitchFamily="34" charset="0"/>
                <a:ea typeface="Source Sans Pro" panose="020B0503030403020204" pitchFamily="34" charset="0"/>
              </a:rPr>
              <a:t>: Matt Kinsey, Kate </a:t>
            </a:r>
            <a:r>
              <a:rPr lang="en-US" sz="1100" dirty="0" err="1">
                <a:latin typeface="Source Sans Pro" panose="020B0503030403020204" pitchFamily="34" charset="0"/>
                <a:ea typeface="Source Sans Pro" panose="020B0503030403020204" pitchFamily="34" charset="0"/>
              </a:rPr>
              <a:t>Tallaksen</a:t>
            </a:r>
            <a:r>
              <a:rPr lang="en-US" sz="1100" dirty="0">
                <a:latin typeface="Source Sans Pro" panose="020B0503030403020204" pitchFamily="34" charset="0"/>
                <a:ea typeface="Source Sans Pro" panose="020B0503030403020204" pitchFamily="34" charset="0"/>
              </a:rPr>
              <a:t>, R.F. </a:t>
            </a:r>
            <a:r>
              <a:rPr lang="en-US" sz="1100" dirty="0" err="1">
                <a:latin typeface="Source Sans Pro" panose="020B0503030403020204" pitchFamily="34" charset="0"/>
                <a:ea typeface="Source Sans Pro" panose="020B0503030403020204" pitchFamily="34" charset="0"/>
              </a:rPr>
              <a:t>Obrecht</a:t>
            </a:r>
            <a:r>
              <a:rPr lang="en-US" sz="1100" dirty="0">
                <a:latin typeface="Source Sans Pro" panose="020B0503030403020204" pitchFamily="34" charset="0"/>
                <a:ea typeface="Source Sans Pro" panose="020B0503030403020204" pitchFamily="34" charset="0"/>
              </a:rPr>
              <a:t>, Laura Asher, Cash Costello, Michael </a:t>
            </a:r>
            <a:r>
              <a:rPr lang="en-US" sz="1100" dirty="0" err="1">
                <a:latin typeface="Source Sans Pro" panose="020B0503030403020204" pitchFamily="34" charset="0"/>
                <a:ea typeface="Source Sans Pro" panose="020B0503030403020204" pitchFamily="34" charset="0"/>
              </a:rPr>
              <a:t>Kelbaugh</a:t>
            </a:r>
            <a:r>
              <a:rPr lang="en-US" sz="1100" dirty="0">
                <a:latin typeface="Source Sans Pro" panose="020B0503030403020204" pitchFamily="34" charset="0"/>
                <a:ea typeface="Source Sans Pro" panose="020B0503030403020204" pitchFamily="34" charset="0"/>
              </a:rPr>
              <a:t>, Shelby Wilson, Kaitlin Lovett</a:t>
            </a:r>
          </a:p>
          <a:p>
            <a:r>
              <a:rPr lang="en-US" sz="1100" i="1" dirty="0">
                <a:latin typeface="Source Sans Pro" panose="020B0503030403020204" pitchFamily="34" charset="0"/>
                <a:ea typeface="Source Sans Pro" panose="020B0503030403020204" pitchFamily="34" charset="0"/>
              </a:rPr>
              <a:t>John Hopkins University-IDD-COVIDSP</a:t>
            </a:r>
            <a:r>
              <a:rPr lang="en-US" sz="1100" dirty="0">
                <a:latin typeface="Source Sans Pro" panose="020B0503030403020204" pitchFamily="34" charset="0"/>
                <a:ea typeface="Source Sans Pro" panose="020B0503030403020204" pitchFamily="34" charset="0"/>
              </a:rPr>
              <a:t>: Joseph C. Lemaitre, Juan Dent Hulse,  Kyra H. </a:t>
            </a:r>
            <a:r>
              <a:rPr lang="en-US" sz="1100" dirty="0" err="1">
                <a:latin typeface="Source Sans Pro" panose="020B0503030403020204" pitchFamily="34" charset="0"/>
                <a:ea typeface="Source Sans Pro" panose="020B0503030403020204" pitchFamily="34" charset="0"/>
              </a:rPr>
              <a:t>Grantz</a:t>
            </a:r>
            <a:r>
              <a:rPr lang="en-US" sz="1100" dirty="0">
                <a:latin typeface="Source Sans Pro" panose="020B0503030403020204" pitchFamily="34" charset="0"/>
                <a:ea typeface="Source Sans Pro" panose="020B0503030403020204" pitchFamily="34" charset="0"/>
              </a:rPr>
              <a:t>, Joshua Kaminsky, </a:t>
            </a:r>
            <a:br>
              <a:rPr lang="en-US" sz="1100" dirty="0">
                <a:latin typeface="Source Sans Pro" panose="020B0503030403020204" pitchFamily="34" charset="0"/>
                <a:ea typeface="Source Sans Pro" panose="020B0503030403020204" pitchFamily="34" charset="0"/>
              </a:rPr>
            </a:br>
            <a:r>
              <a:rPr lang="en-US" sz="1100" dirty="0">
                <a:latin typeface="Source Sans Pro" panose="020B0503030403020204" pitchFamily="34" charset="0"/>
                <a:ea typeface="Source Sans Pro" panose="020B0503030403020204" pitchFamily="34" charset="0"/>
              </a:rPr>
              <a:t>Stephen A. Lauer, Elizabeth C. Lee, Justin Lessler, Hannah R. Meredith, Javier Perez-</a:t>
            </a:r>
            <a:r>
              <a:rPr lang="en-US" sz="1100" dirty="0" err="1">
                <a:latin typeface="Source Sans Pro" panose="020B0503030403020204" pitchFamily="34" charset="0"/>
                <a:ea typeface="Source Sans Pro" panose="020B0503030403020204" pitchFamily="34" charset="0"/>
              </a:rPr>
              <a:t>Saez</a:t>
            </a:r>
            <a:r>
              <a:rPr lang="en-US" sz="1100" dirty="0">
                <a:latin typeface="Source Sans Pro" panose="020B0503030403020204" pitchFamily="34" charset="0"/>
                <a:ea typeface="Source Sans Pro" panose="020B0503030403020204" pitchFamily="34" charset="0"/>
              </a:rPr>
              <a:t>, Shaun A. Truelove, Claire P. Smith, Lindsay T. Keegan, Kathryn Kaminsky, Sam Shah, Josh Wills, Pierre-Yves </a:t>
            </a:r>
            <a:r>
              <a:rPr lang="en-US" sz="1100" dirty="0" err="1">
                <a:latin typeface="Source Sans Pro" panose="020B0503030403020204" pitchFamily="34" charset="0"/>
                <a:ea typeface="Source Sans Pro" panose="020B0503030403020204" pitchFamily="34" charset="0"/>
              </a:rPr>
              <a:t>Aquilanti</a:t>
            </a:r>
            <a:r>
              <a:rPr lang="en-US" sz="1100" dirty="0">
                <a:latin typeface="Source Sans Pro" panose="020B0503030403020204" pitchFamily="34" charset="0"/>
                <a:ea typeface="Source Sans Pro" panose="020B0503030403020204" pitchFamily="34" charset="0"/>
              </a:rPr>
              <a:t>, Karthik Raman,  </a:t>
            </a:r>
            <a:br>
              <a:rPr lang="en-US" sz="1100" dirty="0">
                <a:latin typeface="Source Sans Pro" panose="020B0503030403020204" pitchFamily="34" charset="0"/>
                <a:ea typeface="Source Sans Pro" panose="020B0503030403020204" pitchFamily="34" charset="0"/>
              </a:rPr>
            </a:br>
            <a:r>
              <a:rPr lang="en-US" sz="1100" dirty="0">
                <a:latin typeface="Source Sans Pro" panose="020B0503030403020204" pitchFamily="34" charset="0"/>
                <a:ea typeface="Source Sans Pro" panose="020B0503030403020204" pitchFamily="34" charset="0"/>
              </a:rPr>
              <a:t>Arun </a:t>
            </a:r>
            <a:r>
              <a:rPr lang="en-US" sz="1100" dirty="0" err="1">
                <a:latin typeface="Source Sans Pro" panose="020B0503030403020204" pitchFamily="34" charset="0"/>
                <a:ea typeface="Source Sans Pro" panose="020B0503030403020204" pitchFamily="34" charset="0"/>
              </a:rPr>
              <a:t>Subramaniyan</a:t>
            </a:r>
            <a:r>
              <a:rPr lang="en-US" sz="1100" dirty="0">
                <a:latin typeface="Source Sans Pro" panose="020B0503030403020204" pitchFamily="34" charset="0"/>
                <a:ea typeface="Source Sans Pro" panose="020B0503030403020204" pitchFamily="34" charset="0"/>
              </a:rPr>
              <a:t>, Greg </a:t>
            </a:r>
            <a:r>
              <a:rPr lang="en-US" sz="1100" dirty="0" err="1">
                <a:latin typeface="Source Sans Pro" panose="020B0503030403020204" pitchFamily="34" charset="0"/>
                <a:ea typeface="Source Sans Pro" panose="020B0503030403020204" pitchFamily="34" charset="0"/>
              </a:rPr>
              <a:t>Thursam</a:t>
            </a:r>
            <a:r>
              <a:rPr lang="en-US" sz="1100" dirty="0">
                <a:latin typeface="Source Sans Pro" panose="020B0503030403020204" pitchFamily="34" charset="0"/>
                <a:ea typeface="Source Sans Pro" panose="020B0503030403020204" pitchFamily="34" charset="0"/>
              </a:rPr>
              <a:t>, Anh Tran</a:t>
            </a:r>
          </a:p>
          <a:p>
            <a:r>
              <a:rPr lang="en-US" sz="1100" i="1" dirty="0">
                <a:latin typeface="Source Sans Pro" panose="020B0503030403020204" pitchFamily="34" charset="0"/>
                <a:ea typeface="Source Sans Pro" panose="020B0503030403020204" pitchFamily="34" charset="0"/>
              </a:rPr>
              <a:t>North Carolina State University-COVSIM</a:t>
            </a:r>
            <a:r>
              <a:rPr lang="en-US" sz="1100" dirty="0">
                <a:latin typeface="Source Sans Pro" panose="020B0503030403020204" pitchFamily="34" charset="0"/>
                <a:ea typeface="Source Sans Pro" panose="020B0503030403020204" pitchFamily="34" charset="0"/>
              </a:rPr>
              <a:t>: Erik </a:t>
            </a:r>
            <a:r>
              <a:rPr lang="en-US" sz="1100" dirty="0" err="1">
                <a:latin typeface="Source Sans Pro" panose="020B0503030403020204" pitchFamily="34" charset="0"/>
                <a:ea typeface="Source Sans Pro" panose="020B0503030403020204" pitchFamily="34" charset="0"/>
              </a:rPr>
              <a:t>Rosenstrom</a:t>
            </a:r>
            <a:r>
              <a:rPr lang="en-US" sz="1100" dirty="0">
                <a:latin typeface="Source Sans Pro" panose="020B0503030403020204" pitchFamily="34" charset="0"/>
                <a:ea typeface="Source Sans Pro" panose="020B0503030403020204" pitchFamily="34" charset="0"/>
              </a:rPr>
              <a:t>, Jessica Mele, Julie Swann, Julie Ivy, Maria Mayorga</a:t>
            </a:r>
          </a:p>
          <a:p>
            <a:r>
              <a:rPr lang="en-US" sz="1100" i="1" dirty="0">
                <a:latin typeface="Source Sans Pro" panose="020B0503030403020204" pitchFamily="34" charset="0"/>
                <a:ea typeface="Source Sans Pro" panose="020B0503030403020204" pitchFamily="34" charset="0"/>
              </a:rPr>
              <a:t>Northeastern University MOBS GLEAM COVID</a:t>
            </a:r>
            <a:r>
              <a:rPr lang="en-US" sz="1100" dirty="0">
                <a:latin typeface="Source Sans Pro" panose="020B0503030403020204" pitchFamily="34" charset="0"/>
                <a:ea typeface="Source Sans Pro" panose="020B0503030403020204" pitchFamily="34" charset="0"/>
              </a:rPr>
              <a:t>: Matteo Chinazzi, Jessica T. Davis,  </a:t>
            </a:r>
            <a:r>
              <a:rPr lang="en-US" sz="1100" dirty="0" err="1">
                <a:latin typeface="Source Sans Pro" panose="020B0503030403020204" pitchFamily="34" charset="0"/>
                <a:ea typeface="Source Sans Pro" panose="020B0503030403020204" pitchFamily="34" charset="0"/>
              </a:rPr>
              <a:t>Kunpeng</a:t>
            </a:r>
            <a:r>
              <a:rPr lang="en-US" sz="1100" dirty="0">
                <a:latin typeface="Source Sans Pro" panose="020B0503030403020204" pitchFamily="34" charset="0"/>
                <a:ea typeface="Source Sans Pro" panose="020B0503030403020204" pitchFamily="34" charset="0"/>
              </a:rPr>
              <a:t> Mu, </a:t>
            </a:r>
            <a:r>
              <a:rPr lang="en-US" sz="1100" dirty="0" err="1">
                <a:latin typeface="Source Sans Pro" panose="020B0503030403020204" pitchFamily="34" charset="0"/>
                <a:ea typeface="Source Sans Pro" panose="020B0503030403020204" pitchFamily="34" charset="0"/>
              </a:rPr>
              <a:t>Xinyue</a:t>
            </a:r>
            <a:r>
              <a:rPr lang="en-US" sz="1100" dirty="0">
                <a:latin typeface="Source Sans Pro" panose="020B0503030403020204" pitchFamily="34" charset="0"/>
                <a:ea typeface="Source Sans Pro" panose="020B0503030403020204" pitchFamily="34" charset="0"/>
              </a:rPr>
              <a:t> </a:t>
            </a:r>
            <a:r>
              <a:rPr lang="en-US" sz="1100" dirty="0" err="1">
                <a:latin typeface="Source Sans Pro" panose="020B0503030403020204" pitchFamily="34" charset="0"/>
                <a:ea typeface="Source Sans Pro" panose="020B0503030403020204" pitchFamily="34" charset="0"/>
              </a:rPr>
              <a:t>Xiong</a:t>
            </a:r>
            <a:r>
              <a:rPr lang="en-US" sz="1100" dirty="0">
                <a:latin typeface="Source Sans Pro" panose="020B0503030403020204" pitchFamily="34" charset="0"/>
                <a:ea typeface="Source Sans Pro" panose="020B0503030403020204" pitchFamily="34" charset="0"/>
              </a:rPr>
              <a:t>, </a:t>
            </a:r>
            <a:br>
              <a:rPr lang="en-US" sz="1100" dirty="0">
                <a:latin typeface="Source Sans Pro" panose="020B0503030403020204" pitchFamily="34" charset="0"/>
                <a:ea typeface="Source Sans Pro" panose="020B0503030403020204" pitchFamily="34" charset="0"/>
              </a:rPr>
            </a:br>
            <a:r>
              <a:rPr lang="en-US" sz="1100" dirty="0">
                <a:latin typeface="Source Sans Pro" panose="020B0503030403020204" pitchFamily="34" charset="0"/>
                <a:ea typeface="Source Sans Pro" panose="020B0503030403020204" pitchFamily="34" charset="0"/>
              </a:rPr>
              <a:t>Ana Pastore y Piontti, Alessandro Vespignani</a:t>
            </a:r>
          </a:p>
          <a:p>
            <a:r>
              <a:rPr lang="en-US" sz="1100" i="1" dirty="0">
                <a:latin typeface="Source Sans Pro" panose="020B0503030403020204" pitchFamily="34" charset="0"/>
                <a:ea typeface="Source Sans Pro" panose="020B0503030403020204" pitchFamily="34" charset="0"/>
              </a:rPr>
              <a:t>University of Florida – ABM</a:t>
            </a:r>
            <a:r>
              <a:rPr lang="en-US" sz="1100" dirty="0">
                <a:latin typeface="Source Sans Pro" panose="020B0503030403020204" pitchFamily="34" charset="0"/>
                <a:ea typeface="Source Sans Pro" panose="020B0503030403020204" pitchFamily="34" charset="0"/>
              </a:rPr>
              <a:t>: Thomas </a:t>
            </a:r>
            <a:r>
              <a:rPr lang="en-US" sz="1100" dirty="0" err="1">
                <a:latin typeface="Source Sans Pro" panose="020B0503030403020204" pitchFamily="34" charset="0"/>
                <a:ea typeface="Source Sans Pro" panose="020B0503030403020204" pitchFamily="34" charset="0"/>
              </a:rPr>
              <a:t>Hladish</a:t>
            </a:r>
            <a:r>
              <a:rPr lang="en-US" sz="1100" dirty="0">
                <a:latin typeface="Source Sans Pro" panose="020B0503030403020204" pitchFamily="34" charset="0"/>
                <a:ea typeface="Source Sans Pro" panose="020B0503030403020204" pitchFamily="34" charset="0"/>
              </a:rPr>
              <a:t>, </a:t>
            </a:r>
            <a:r>
              <a:rPr lang="en-US" sz="1100" dirty="0" err="1">
                <a:latin typeface="Source Sans Pro" panose="020B0503030403020204" pitchFamily="34" charset="0"/>
                <a:ea typeface="Source Sans Pro" panose="020B0503030403020204" pitchFamily="34" charset="0"/>
              </a:rPr>
              <a:t>Alexandar</a:t>
            </a:r>
            <a:r>
              <a:rPr lang="en-US" sz="1100" dirty="0">
                <a:latin typeface="Source Sans Pro" panose="020B0503030403020204" pitchFamily="34" charset="0"/>
                <a:ea typeface="Source Sans Pro" panose="020B0503030403020204" pitchFamily="34" charset="0"/>
              </a:rPr>
              <a:t> Pillai, </a:t>
            </a:r>
            <a:r>
              <a:rPr lang="en-US" sz="1100" dirty="0" err="1">
                <a:latin typeface="Source Sans Pro" panose="020B0503030403020204" pitchFamily="34" charset="0"/>
                <a:ea typeface="Source Sans Pro" panose="020B0503030403020204" pitchFamily="34" charset="0"/>
              </a:rPr>
              <a:t>Kok</a:t>
            </a:r>
            <a:r>
              <a:rPr lang="en-US" sz="1100" dirty="0">
                <a:latin typeface="Source Sans Pro" panose="020B0503030403020204" pitchFamily="34" charset="0"/>
                <a:ea typeface="Source Sans Pro" panose="020B0503030403020204" pitchFamily="34" charset="0"/>
              </a:rPr>
              <a:t> Ben </a:t>
            </a:r>
            <a:r>
              <a:rPr lang="en-US" sz="1100" dirty="0" err="1">
                <a:latin typeface="Source Sans Pro" panose="020B0503030403020204" pitchFamily="34" charset="0"/>
                <a:ea typeface="Source Sans Pro" panose="020B0503030403020204" pitchFamily="34" charset="0"/>
              </a:rPr>
              <a:t>Toh</a:t>
            </a:r>
            <a:r>
              <a:rPr lang="en-US" sz="1100" dirty="0">
                <a:latin typeface="Source Sans Pro" panose="020B0503030403020204" pitchFamily="34" charset="0"/>
                <a:ea typeface="Source Sans Pro" panose="020B0503030403020204" pitchFamily="34" charset="0"/>
              </a:rPr>
              <a:t>, Ira </a:t>
            </a:r>
            <a:r>
              <a:rPr lang="en-US" sz="1100" dirty="0" err="1">
                <a:latin typeface="Source Sans Pro" panose="020B0503030403020204" pitchFamily="34" charset="0"/>
                <a:ea typeface="Source Sans Pro" panose="020B0503030403020204" pitchFamily="34" charset="0"/>
              </a:rPr>
              <a:t>Longini</a:t>
            </a:r>
            <a:r>
              <a:rPr lang="en-US" sz="1100" dirty="0">
                <a:latin typeface="Source Sans Pro" panose="020B0503030403020204" pitchFamily="34" charset="0"/>
                <a:ea typeface="Source Sans Pro" panose="020B0503030403020204" pitchFamily="34" charset="0"/>
              </a:rPr>
              <a:t> Jr. </a:t>
            </a:r>
          </a:p>
          <a:p>
            <a:r>
              <a:rPr lang="en-US" sz="1100" i="1" dirty="0">
                <a:latin typeface="Source Sans Pro" panose="020B0503030403020204" pitchFamily="34" charset="0"/>
                <a:ea typeface="Source Sans Pro" panose="020B0503030403020204" pitchFamily="34" charset="0"/>
              </a:rPr>
              <a:t>University of North Carolina at Charlotte – UNCC-</a:t>
            </a:r>
            <a:r>
              <a:rPr lang="en-US" sz="1100" i="1" dirty="0" err="1">
                <a:latin typeface="Source Sans Pro" panose="020B0503030403020204" pitchFamily="34" charset="0"/>
                <a:ea typeface="Source Sans Pro" panose="020B0503030403020204" pitchFamily="34" charset="0"/>
              </a:rPr>
              <a:t>hierbin</a:t>
            </a:r>
            <a:r>
              <a:rPr lang="en-US" sz="1100" dirty="0">
                <a:latin typeface="Source Sans Pro" panose="020B0503030403020204" pitchFamily="34" charset="0"/>
                <a:ea typeface="Source Sans Pro" panose="020B0503030403020204" pitchFamily="34" charset="0"/>
              </a:rPr>
              <a:t>: Shi Chen, </a:t>
            </a:r>
            <a:r>
              <a:rPr lang="en-US" sz="1100" dirty="0" err="1">
                <a:latin typeface="Source Sans Pro" panose="020B0503030403020204" pitchFamily="34" charset="0"/>
                <a:ea typeface="Source Sans Pro" panose="020B0503030403020204" pitchFamily="34" charset="0"/>
              </a:rPr>
              <a:t>Rajib</a:t>
            </a:r>
            <a:r>
              <a:rPr lang="en-US" sz="1100" dirty="0">
                <a:latin typeface="Source Sans Pro" panose="020B0503030403020204" pitchFamily="34" charset="0"/>
                <a:ea typeface="Source Sans Pro" panose="020B0503030403020204" pitchFamily="34" charset="0"/>
              </a:rPr>
              <a:t> Paul, Daniel </a:t>
            </a:r>
            <a:r>
              <a:rPr lang="en-US" sz="1100" dirty="0" err="1">
                <a:latin typeface="Source Sans Pro" panose="020B0503030403020204" pitchFamily="34" charset="0"/>
                <a:ea typeface="Source Sans Pro" panose="020B0503030403020204" pitchFamily="34" charset="0"/>
              </a:rPr>
              <a:t>Janies</a:t>
            </a:r>
            <a:r>
              <a:rPr lang="en-US" sz="1100" dirty="0">
                <a:latin typeface="Source Sans Pro" panose="020B0503030403020204" pitchFamily="34" charset="0"/>
                <a:ea typeface="Source Sans Pro" panose="020B0503030403020204" pitchFamily="34" charset="0"/>
              </a:rPr>
              <a:t>, Jen-Claude Thill</a:t>
            </a:r>
          </a:p>
          <a:p>
            <a:r>
              <a:rPr lang="en-US" sz="1100" i="1" dirty="0">
                <a:latin typeface="Source Sans Pro" panose="020B0503030403020204" pitchFamily="34" charset="0"/>
                <a:ea typeface="Source Sans Pro" panose="020B0503030403020204" pitchFamily="34" charset="0"/>
              </a:rPr>
              <a:t>University of Notre Dame - FRED</a:t>
            </a:r>
            <a:r>
              <a:rPr lang="en-US" sz="1100" dirty="0">
                <a:latin typeface="Source Sans Pro" panose="020B0503030403020204" pitchFamily="34" charset="0"/>
                <a:ea typeface="Source Sans Pro" panose="020B0503030403020204" pitchFamily="34" charset="0"/>
              </a:rPr>
              <a:t>: Guido </a:t>
            </a:r>
            <a:r>
              <a:rPr lang="en-US" sz="1100" dirty="0" err="1">
                <a:latin typeface="Source Sans Pro" panose="020B0503030403020204" pitchFamily="34" charset="0"/>
                <a:ea typeface="Source Sans Pro" panose="020B0503030403020204" pitchFamily="34" charset="0"/>
              </a:rPr>
              <a:t>Espana</a:t>
            </a:r>
            <a:r>
              <a:rPr lang="en-US" sz="1100" dirty="0">
                <a:latin typeface="Source Sans Pro" panose="020B0503030403020204" pitchFamily="34" charset="0"/>
                <a:ea typeface="Source Sans Pro" panose="020B0503030403020204" pitchFamily="34" charset="0"/>
              </a:rPr>
              <a:t>, Sean </a:t>
            </a:r>
            <a:r>
              <a:rPr lang="en-US" sz="1100" dirty="0" err="1">
                <a:latin typeface="Source Sans Pro" panose="020B0503030403020204" pitchFamily="34" charset="0"/>
                <a:ea typeface="Source Sans Pro" panose="020B0503030403020204" pitchFamily="34" charset="0"/>
              </a:rPr>
              <a:t>Cavany</a:t>
            </a:r>
            <a:r>
              <a:rPr lang="en-US" sz="1100" dirty="0">
                <a:latin typeface="Source Sans Pro" panose="020B0503030403020204" pitchFamily="34" charset="0"/>
                <a:ea typeface="Source Sans Pro" panose="020B0503030403020204" pitchFamily="34" charset="0"/>
              </a:rPr>
              <a:t>, Sean Moore, Alex Perkins</a:t>
            </a:r>
          </a:p>
          <a:p>
            <a:r>
              <a:rPr lang="en-US" sz="1100" i="1" dirty="0">
                <a:latin typeface="Source Sans Pro" panose="020B0503030403020204" pitchFamily="34" charset="0"/>
                <a:ea typeface="Source Sans Pro" panose="020B0503030403020204" pitchFamily="34" charset="0"/>
              </a:rPr>
              <a:t>University Southern California </a:t>
            </a:r>
            <a:r>
              <a:rPr lang="en-US" sz="1100" i="1" dirty="0" err="1">
                <a:latin typeface="Source Sans Pro" panose="020B0503030403020204" pitchFamily="34" charset="0"/>
                <a:ea typeface="Source Sans Pro" panose="020B0503030403020204" pitchFamily="34" charset="0"/>
              </a:rPr>
              <a:t>SlkJalpha</a:t>
            </a:r>
            <a:r>
              <a:rPr lang="en-US" sz="1100" dirty="0">
                <a:latin typeface="Source Sans Pro" panose="020B0503030403020204" pitchFamily="34" charset="0"/>
                <a:ea typeface="Source Sans Pro" panose="020B0503030403020204" pitchFamily="34" charset="0"/>
              </a:rPr>
              <a:t>: </a:t>
            </a:r>
            <a:r>
              <a:rPr lang="fi-FI" sz="1100" dirty="0" err="1">
                <a:latin typeface="Source Sans Pro" panose="020B0503030403020204" pitchFamily="34" charset="0"/>
                <a:ea typeface="Source Sans Pro" panose="020B0503030403020204" pitchFamily="34" charset="0"/>
              </a:rPr>
              <a:t>Ajitesh</a:t>
            </a:r>
            <a:r>
              <a:rPr lang="fi-FI" sz="1100" dirty="0">
                <a:latin typeface="Source Sans Pro" panose="020B0503030403020204" pitchFamily="34" charset="0"/>
                <a:ea typeface="Source Sans Pro" panose="020B0503030403020204" pitchFamily="34" charset="0"/>
              </a:rPr>
              <a:t> </a:t>
            </a:r>
            <a:r>
              <a:rPr lang="fi-FI" sz="1100" dirty="0" err="1">
                <a:latin typeface="Source Sans Pro" panose="020B0503030403020204" pitchFamily="34" charset="0"/>
                <a:ea typeface="Source Sans Pro" panose="020B0503030403020204" pitchFamily="34" charset="0"/>
              </a:rPr>
              <a:t>Srivastava</a:t>
            </a:r>
            <a:r>
              <a:rPr lang="fi-FI" sz="1100" dirty="0">
                <a:latin typeface="Source Sans Pro" panose="020B0503030403020204" pitchFamily="34" charset="0"/>
                <a:ea typeface="Source Sans Pro" panose="020B0503030403020204" pitchFamily="34" charset="0"/>
              </a:rPr>
              <a:t>, </a:t>
            </a:r>
            <a:r>
              <a:rPr lang="fi-FI" sz="1100" dirty="0" err="1">
                <a:latin typeface="Source Sans Pro" panose="020B0503030403020204" pitchFamily="34" charset="0"/>
                <a:ea typeface="Source Sans Pro" panose="020B0503030403020204" pitchFamily="34" charset="0"/>
              </a:rPr>
              <a:t>Majd</a:t>
            </a:r>
            <a:r>
              <a:rPr lang="fi-FI" sz="1100" dirty="0">
                <a:latin typeface="Source Sans Pro" panose="020B0503030403020204" pitchFamily="34" charset="0"/>
                <a:ea typeface="Source Sans Pro" panose="020B0503030403020204" pitchFamily="34" charset="0"/>
              </a:rPr>
              <a:t> </a:t>
            </a:r>
            <a:r>
              <a:rPr lang="fi-FI" sz="1100" dirty="0" err="1">
                <a:latin typeface="Source Sans Pro" panose="020B0503030403020204" pitchFamily="34" charset="0"/>
                <a:ea typeface="Source Sans Pro" panose="020B0503030403020204" pitchFamily="34" charset="0"/>
              </a:rPr>
              <a:t>Al</a:t>
            </a:r>
            <a:r>
              <a:rPr lang="fi-FI" sz="1100" dirty="0">
                <a:latin typeface="Source Sans Pro" panose="020B0503030403020204" pitchFamily="34" charset="0"/>
                <a:ea typeface="Source Sans Pro" panose="020B0503030403020204" pitchFamily="34" charset="0"/>
              </a:rPr>
              <a:t> </a:t>
            </a:r>
            <a:r>
              <a:rPr lang="fi-FI" sz="1100" dirty="0" err="1">
                <a:latin typeface="Source Sans Pro" panose="020B0503030403020204" pitchFamily="34" charset="0"/>
                <a:ea typeface="Source Sans Pro" panose="020B0503030403020204" pitchFamily="34" charset="0"/>
              </a:rPr>
              <a:t>Aawar</a:t>
            </a:r>
            <a:endParaRPr lang="fi-FI" sz="1100" dirty="0">
              <a:latin typeface="Source Sans Pro" panose="020B0503030403020204" pitchFamily="34" charset="0"/>
              <a:ea typeface="Source Sans Pro" panose="020B0503030403020204" pitchFamily="34" charset="0"/>
            </a:endParaRPr>
          </a:p>
          <a:p>
            <a:r>
              <a:rPr lang="fi-FI" sz="1100" i="1" dirty="0" err="1">
                <a:latin typeface="Source Sans Pro" panose="020B0503030403020204" pitchFamily="34" charset="0"/>
                <a:ea typeface="Source Sans Pro" panose="020B0503030403020204" pitchFamily="34" charset="0"/>
              </a:rPr>
              <a:t>University</a:t>
            </a:r>
            <a:r>
              <a:rPr lang="fi-FI" sz="1100" i="1" dirty="0">
                <a:latin typeface="Source Sans Pro" panose="020B0503030403020204" pitchFamily="34" charset="0"/>
                <a:ea typeface="Source Sans Pro" panose="020B0503030403020204" pitchFamily="34" charset="0"/>
              </a:rPr>
              <a:t> of Texas at Austin-</a:t>
            </a:r>
            <a:r>
              <a:rPr lang="fi-FI" sz="1100" i="1" dirty="0" err="1">
                <a:latin typeface="Source Sans Pro" panose="020B0503030403020204" pitchFamily="34" charset="0"/>
                <a:ea typeface="Source Sans Pro" panose="020B0503030403020204" pitchFamily="34" charset="0"/>
              </a:rPr>
              <a:t>ImmunoSEIRS</a:t>
            </a:r>
            <a:r>
              <a:rPr lang="fi-FI" sz="1100" dirty="0">
                <a:latin typeface="Source Sans Pro" panose="020B0503030403020204" pitchFamily="34" charset="0"/>
                <a:ea typeface="Source Sans Pro" panose="020B0503030403020204" pitchFamily="34" charset="0"/>
              </a:rPr>
              <a:t>: </a:t>
            </a:r>
            <a:r>
              <a:rPr lang="fi-FI" sz="1100" dirty="0" err="1">
                <a:latin typeface="Source Sans Pro" panose="020B0503030403020204" pitchFamily="34" charset="0"/>
                <a:ea typeface="Source Sans Pro" panose="020B0503030403020204" pitchFamily="34" charset="0"/>
              </a:rPr>
              <a:t>Anass</a:t>
            </a:r>
            <a:r>
              <a:rPr lang="fi-FI" sz="1100" dirty="0">
                <a:latin typeface="Source Sans Pro" panose="020B0503030403020204" pitchFamily="34" charset="0"/>
                <a:ea typeface="Source Sans Pro" panose="020B0503030403020204" pitchFamily="34" charset="0"/>
              </a:rPr>
              <a:t> </a:t>
            </a:r>
            <a:r>
              <a:rPr lang="fi-FI" sz="1100" dirty="0" err="1">
                <a:latin typeface="Source Sans Pro" panose="020B0503030403020204" pitchFamily="34" charset="0"/>
                <a:ea typeface="Source Sans Pro" panose="020B0503030403020204" pitchFamily="34" charset="0"/>
              </a:rPr>
              <a:t>Bouchnita</a:t>
            </a:r>
            <a:r>
              <a:rPr lang="fi-FI" sz="1100" dirty="0">
                <a:latin typeface="Source Sans Pro" panose="020B0503030403020204" pitchFamily="34" charset="0"/>
                <a:ea typeface="Source Sans Pro" panose="020B0503030403020204" pitchFamily="34" charset="0"/>
              </a:rPr>
              <a:t>, Spencer Fox, Michael </a:t>
            </a:r>
            <a:r>
              <a:rPr lang="fi-FI" sz="1100" dirty="0" err="1">
                <a:latin typeface="Source Sans Pro" panose="020B0503030403020204" pitchFamily="34" charset="0"/>
                <a:ea typeface="Source Sans Pro" panose="020B0503030403020204" pitchFamily="34" charset="0"/>
              </a:rPr>
              <a:t>Lachmann</a:t>
            </a:r>
            <a:r>
              <a:rPr lang="fi-FI" sz="1100" dirty="0">
                <a:latin typeface="Source Sans Pro" panose="020B0503030403020204" pitchFamily="34" charset="0"/>
                <a:ea typeface="Source Sans Pro" panose="020B0503030403020204" pitchFamily="34" charset="0"/>
              </a:rPr>
              <a:t>, Lauren </a:t>
            </a:r>
            <a:r>
              <a:rPr lang="fi-FI" sz="1100" dirty="0" err="1">
                <a:latin typeface="Source Sans Pro" panose="020B0503030403020204" pitchFamily="34" charset="0"/>
                <a:ea typeface="Source Sans Pro" panose="020B0503030403020204" pitchFamily="34" charset="0"/>
              </a:rPr>
              <a:t>Ancel</a:t>
            </a:r>
            <a:r>
              <a:rPr lang="fi-FI" sz="1100" dirty="0">
                <a:latin typeface="Source Sans Pro" panose="020B0503030403020204" pitchFamily="34" charset="0"/>
                <a:ea typeface="Source Sans Pro" panose="020B0503030403020204" pitchFamily="34" charset="0"/>
              </a:rPr>
              <a:t> </a:t>
            </a:r>
            <a:r>
              <a:rPr lang="fi-FI" sz="1100" dirty="0" err="1">
                <a:latin typeface="Source Sans Pro" panose="020B0503030403020204" pitchFamily="34" charset="0"/>
                <a:ea typeface="Source Sans Pro" panose="020B0503030403020204" pitchFamily="34" charset="0"/>
              </a:rPr>
              <a:t>Meyers</a:t>
            </a:r>
            <a:r>
              <a:rPr lang="fi-FI" sz="1100" dirty="0">
                <a:latin typeface="Source Sans Pro" panose="020B0503030403020204" pitchFamily="34" charset="0"/>
                <a:ea typeface="Source Sans Pro" panose="020B0503030403020204" pitchFamily="34" charset="0"/>
              </a:rPr>
              <a:t>, </a:t>
            </a:r>
            <a:br>
              <a:rPr lang="fi-FI" sz="1100" dirty="0">
                <a:latin typeface="Source Sans Pro" panose="020B0503030403020204" pitchFamily="34" charset="0"/>
                <a:ea typeface="Source Sans Pro" panose="020B0503030403020204" pitchFamily="34" charset="0"/>
              </a:rPr>
            </a:br>
            <a:r>
              <a:rPr lang="fi-FI" sz="1100" dirty="0">
                <a:latin typeface="Source Sans Pro" panose="020B0503030403020204" pitchFamily="34" charset="0"/>
                <a:ea typeface="Source Sans Pro" panose="020B0503030403020204" pitchFamily="34" charset="0"/>
              </a:rPr>
              <a:t>UT COVID-19 </a:t>
            </a:r>
            <a:r>
              <a:rPr lang="fi-FI" sz="1100" dirty="0" err="1">
                <a:latin typeface="Source Sans Pro" panose="020B0503030403020204" pitchFamily="34" charset="0"/>
                <a:ea typeface="Source Sans Pro" panose="020B0503030403020204" pitchFamily="34" charset="0"/>
              </a:rPr>
              <a:t>Modeling</a:t>
            </a:r>
            <a:r>
              <a:rPr lang="fi-FI" sz="1100" dirty="0">
                <a:latin typeface="Source Sans Pro" panose="020B0503030403020204" pitchFamily="34" charset="0"/>
                <a:ea typeface="Source Sans Pro" panose="020B0503030403020204" pitchFamily="34" charset="0"/>
              </a:rPr>
              <a:t> </a:t>
            </a:r>
            <a:r>
              <a:rPr lang="fi-FI" sz="1100" dirty="0" err="1">
                <a:latin typeface="Source Sans Pro" panose="020B0503030403020204" pitchFamily="34" charset="0"/>
                <a:ea typeface="Source Sans Pro" panose="020B0503030403020204" pitchFamily="34" charset="0"/>
              </a:rPr>
              <a:t>Consortium</a:t>
            </a:r>
            <a:endParaRPr lang="fi-FI" sz="1100" dirty="0">
              <a:latin typeface="Source Sans Pro" panose="020B0503030403020204" pitchFamily="34" charset="0"/>
              <a:ea typeface="Source Sans Pro" panose="020B0503030403020204" pitchFamily="34" charset="0"/>
            </a:endParaRPr>
          </a:p>
          <a:p>
            <a:r>
              <a:rPr lang="en-US" sz="1100" i="1" dirty="0">
                <a:latin typeface="Source Sans Pro" panose="020B0503030403020204" pitchFamily="34" charset="0"/>
                <a:ea typeface="Source Sans Pro" panose="020B0503030403020204" pitchFamily="34" charset="0"/>
              </a:rPr>
              <a:t>University of Victoria</a:t>
            </a:r>
            <a:r>
              <a:rPr lang="en-US" sz="1100" dirty="0">
                <a:latin typeface="Source Sans Pro" panose="020B0503030403020204" pitchFamily="34" charset="0"/>
                <a:ea typeface="Source Sans Pro" panose="020B0503030403020204" pitchFamily="34" charset="0"/>
              </a:rPr>
              <a:t>: </a:t>
            </a:r>
            <a:r>
              <a:rPr lang="fi-FI" sz="1100" dirty="0">
                <a:latin typeface="Source Sans Pro" panose="020B0503030403020204" pitchFamily="34" charset="0"/>
                <a:ea typeface="Source Sans Pro" panose="020B0503030403020204" pitchFamily="34" charset="0"/>
              </a:rPr>
              <a:t>Dean </a:t>
            </a:r>
            <a:r>
              <a:rPr lang="fi-FI" sz="1100" dirty="0" err="1">
                <a:latin typeface="Source Sans Pro" panose="020B0503030403020204" pitchFamily="34" charset="0"/>
                <a:ea typeface="Source Sans Pro" panose="020B0503030403020204" pitchFamily="34" charset="0"/>
              </a:rPr>
              <a:t>Karlen</a:t>
            </a:r>
            <a:endParaRPr lang="fi-FI" sz="1100" dirty="0">
              <a:latin typeface="Source Sans Pro" panose="020B0503030403020204" pitchFamily="34" charset="0"/>
              <a:ea typeface="Source Sans Pro" panose="020B0503030403020204" pitchFamily="34" charset="0"/>
            </a:endParaRPr>
          </a:p>
          <a:p>
            <a:r>
              <a:rPr lang="en-US" sz="1100" i="1" dirty="0">
                <a:latin typeface="Source Sans Pro" panose="020B0503030403020204" pitchFamily="34" charset="0"/>
                <a:ea typeface="Source Sans Pro" panose="020B0503030403020204" pitchFamily="34" charset="0"/>
              </a:rPr>
              <a:t>University of Virginia-adaptive: </a:t>
            </a:r>
            <a:r>
              <a:rPr lang="en-US" sz="1100" dirty="0" err="1">
                <a:latin typeface="Source Sans Pro" panose="020B0503030403020204" pitchFamily="34" charset="0"/>
                <a:ea typeface="Source Sans Pro" panose="020B0503030403020204" pitchFamily="34" charset="0"/>
              </a:rPr>
              <a:t>Przemyslaw</a:t>
            </a:r>
            <a:r>
              <a:rPr lang="en-US" sz="1100" dirty="0">
                <a:latin typeface="Source Sans Pro" panose="020B0503030403020204" pitchFamily="34" charset="0"/>
                <a:ea typeface="Source Sans Pro" panose="020B0503030403020204" pitchFamily="34" charset="0"/>
              </a:rPr>
              <a:t> </a:t>
            </a:r>
            <a:r>
              <a:rPr lang="en-US" sz="1100" dirty="0" err="1">
                <a:latin typeface="Source Sans Pro" panose="020B0503030403020204" pitchFamily="34" charset="0"/>
                <a:ea typeface="Source Sans Pro" panose="020B0503030403020204" pitchFamily="34" charset="0"/>
              </a:rPr>
              <a:t>Porebski</a:t>
            </a:r>
            <a:r>
              <a:rPr lang="en-US" sz="1100" dirty="0">
                <a:latin typeface="Source Sans Pro" panose="020B0503030403020204" pitchFamily="34" charset="0"/>
                <a:ea typeface="Source Sans Pro" panose="020B0503030403020204" pitchFamily="34" charset="0"/>
              </a:rPr>
              <a:t>, Srini Venkatramanan, </a:t>
            </a:r>
            <a:r>
              <a:rPr lang="en-US" sz="1100" dirty="0" err="1">
                <a:latin typeface="Source Sans Pro" panose="020B0503030403020204" pitchFamily="34" charset="0"/>
                <a:ea typeface="Source Sans Pro" panose="020B0503030403020204" pitchFamily="34" charset="0"/>
              </a:rPr>
              <a:t>Anniruddha</a:t>
            </a:r>
            <a:r>
              <a:rPr lang="en-US" sz="1100" dirty="0">
                <a:latin typeface="Source Sans Pro" panose="020B0503030403020204" pitchFamily="34" charset="0"/>
                <a:ea typeface="Source Sans Pro" panose="020B0503030403020204" pitchFamily="34" charset="0"/>
              </a:rPr>
              <a:t> </a:t>
            </a:r>
            <a:r>
              <a:rPr lang="en-US" sz="1100" dirty="0" err="1">
                <a:latin typeface="Source Sans Pro" panose="020B0503030403020204" pitchFamily="34" charset="0"/>
                <a:ea typeface="Source Sans Pro" panose="020B0503030403020204" pitchFamily="34" charset="0"/>
              </a:rPr>
              <a:t>Adiga</a:t>
            </a:r>
            <a:r>
              <a:rPr lang="en-US" sz="1100" dirty="0">
                <a:latin typeface="Source Sans Pro" panose="020B0503030403020204" pitchFamily="34" charset="0"/>
                <a:ea typeface="Source Sans Pro" panose="020B0503030403020204" pitchFamily="34" charset="0"/>
              </a:rPr>
              <a:t>, Bryan Lewis, Brian </a:t>
            </a:r>
            <a:r>
              <a:rPr lang="en-US" sz="1100" dirty="0" err="1">
                <a:latin typeface="Source Sans Pro" panose="020B0503030403020204" pitchFamily="34" charset="0"/>
                <a:ea typeface="Source Sans Pro" panose="020B0503030403020204" pitchFamily="34" charset="0"/>
              </a:rPr>
              <a:t>Klahn</a:t>
            </a:r>
            <a:r>
              <a:rPr lang="en-US" sz="1100" dirty="0">
                <a:latin typeface="Source Sans Pro" panose="020B0503030403020204" pitchFamily="34" charset="0"/>
                <a:ea typeface="Source Sans Pro" panose="020B0503030403020204" pitchFamily="34" charset="0"/>
              </a:rPr>
              <a:t>, Joseph </a:t>
            </a:r>
            <a:r>
              <a:rPr lang="en-US" sz="1100" dirty="0" err="1">
                <a:latin typeface="Source Sans Pro" panose="020B0503030403020204" pitchFamily="34" charset="0"/>
                <a:ea typeface="Source Sans Pro" panose="020B0503030403020204" pitchFamily="34" charset="0"/>
              </a:rPr>
              <a:t>Outten</a:t>
            </a:r>
            <a:r>
              <a:rPr lang="en-US" sz="1100" dirty="0">
                <a:latin typeface="Source Sans Pro" panose="020B0503030403020204" pitchFamily="34" charset="0"/>
                <a:ea typeface="Source Sans Pro" panose="020B0503030403020204" pitchFamily="34" charset="0"/>
              </a:rPr>
              <a:t>, James </a:t>
            </a:r>
            <a:r>
              <a:rPr lang="en-US" sz="1100" dirty="0" err="1">
                <a:latin typeface="Source Sans Pro" panose="020B0503030403020204" pitchFamily="34" charset="0"/>
                <a:ea typeface="Source Sans Pro" panose="020B0503030403020204" pitchFamily="34" charset="0"/>
              </a:rPr>
              <a:t>Schlitt</a:t>
            </a:r>
            <a:r>
              <a:rPr lang="en-US" sz="1100" dirty="0">
                <a:latin typeface="Source Sans Pro" panose="020B0503030403020204" pitchFamily="34" charset="0"/>
                <a:ea typeface="Source Sans Pro" panose="020B0503030403020204" pitchFamily="34" charset="0"/>
              </a:rPr>
              <a:t>, </a:t>
            </a:r>
            <a:r>
              <a:rPr lang="en-US" sz="1100" dirty="0" err="1">
                <a:latin typeface="Source Sans Pro" panose="020B0503030403020204" pitchFamily="34" charset="0"/>
                <a:ea typeface="Source Sans Pro" panose="020B0503030403020204" pitchFamily="34" charset="0"/>
              </a:rPr>
              <a:t>Patric</a:t>
            </a:r>
            <a:r>
              <a:rPr lang="en-US" sz="1100" dirty="0">
                <a:latin typeface="Source Sans Pro" panose="020B0503030403020204" pitchFamily="34" charset="0"/>
                <a:ea typeface="Source Sans Pro" panose="020B0503030403020204" pitchFamily="34" charset="0"/>
              </a:rPr>
              <a:t> Corbett, </a:t>
            </a:r>
            <a:r>
              <a:rPr lang="en-US" sz="1100" dirty="0" err="1">
                <a:latin typeface="Source Sans Pro" panose="020B0503030403020204" pitchFamily="34" charset="0"/>
                <a:ea typeface="Source Sans Pro" panose="020B0503030403020204" pitchFamily="34" charset="0"/>
              </a:rPr>
              <a:t>Pyrros</a:t>
            </a:r>
            <a:r>
              <a:rPr lang="en-US" sz="1100" dirty="0">
                <a:latin typeface="Source Sans Pro" panose="020B0503030403020204" pitchFamily="34" charset="0"/>
                <a:ea typeface="Source Sans Pro" panose="020B0503030403020204" pitchFamily="34" charset="0"/>
              </a:rPr>
              <a:t> Alexander </a:t>
            </a:r>
            <a:r>
              <a:rPr lang="en-US" sz="1100" dirty="0" err="1">
                <a:latin typeface="Source Sans Pro" panose="020B0503030403020204" pitchFamily="34" charset="0"/>
                <a:ea typeface="Source Sans Pro" panose="020B0503030403020204" pitchFamily="34" charset="0"/>
              </a:rPr>
              <a:t>Telionis</a:t>
            </a:r>
            <a:r>
              <a:rPr lang="en-US" sz="1100" dirty="0">
                <a:latin typeface="Source Sans Pro" panose="020B0503030403020204" pitchFamily="34" charset="0"/>
                <a:ea typeface="Source Sans Pro" panose="020B0503030403020204" pitchFamily="34" charset="0"/>
              </a:rPr>
              <a:t>, </a:t>
            </a:r>
            <a:r>
              <a:rPr lang="en-US" sz="1100" dirty="0" err="1">
                <a:latin typeface="Source Sans Pro" panose="020B0503030403020204" pitchFamily="34" charset="0"/>
                <a:ea typeface="Source Sans Pro" panose="020B0503030403020204" pitchFamily="34" charset="0"/>
              </a:rPr>
              <a:t>Lijing</a:t>
            </a:r>
            <a:r>
              <a:rPr lang="en-US" sz="1100" dirty="0">
                <a:latin typeface="Source Sans Pro" panose="020B0503030403020204" pitchFamily="34" charset="0"/>
                <a:ea typeface="Source Sans Pro" panose="020B0503030403020204" pitchFamily="34" charset="0"/>
              </a:rPr>
              <a:t> Wang, Akhil Sai </a:t>
            </a:r>
            <a:r>
              <a:rPr lang="en-US" sz="1100" dirty="0" err="1">
                <a:latin typeface="Source Sans Pro" panose="020B0503030403020204" pitchFamily="34" charset="0"/>
                <a:ea typeface="Source Sans Pro" panose="020B0503030403020204" pitchFamily="34" charset="0"/>
              </a:rPr>
              <a:t>Peddireddy</a:t>
            </a:r>
            <a:r>
              <a:rPr lang="en-US" sz="1100" dirty="0">
                <a:latin typeface="Source Sans Pro" panose="020B0503030403020204" pitchFamily="34" charset="0"/>
                <a:ea typeface="Source Sans Pro" panose="020B0503030403020204" pitchFamily="34" charset="0"/>
              </a:rPr>
              <a:t>, Benjamin Hurt, </a:t>
            </a:r>
            <a:r>
              <a:rPr lang="en-US" sz="1100" dirty="0" err="1">
                <a:latin typeface="Source Sans Pro" panose="020B0503030403020204" pitchFamily="34" charset="0"/>
                <a:ea typeface="Source Sans Pro" panose="020B0503030403020204" pitchFamily="34" charset="0"/>
              </a:rPr>
              <a:t>Jiangzhou</a:t>
            </a:r>
            <a:r>
              <a:rPr lang="en-US" sz="1100" dirty="0">
                <a:latin typeface="Source Sans Pro" panose="020B0503030403020204" pitchFamily="34" charset="0"/>
                <a:ea typeface="Source Sans Pro" panose="020B0503030403020204" pitchFamily="34" charset="0"/>
              </a:rPr>
              <a:t> Chen, Anil </a:t>
            </a:r>
            <a:r>
              <a:rPr lang="en-US" sz="1100" dirty="0" err="1">
                <a:latin typeface="Source Sans Pro" panose="020B0503030403020204" pitchFamily="34" charset="0"/>
                <a:ea typeface="Source Sans Pro" panose="020B0503030403020204" pitchFamily="34" charset="0"/>
              </a:rPr>
              <a:t>Vullikanti</a:t>
            </a:r>
            <a:r>
              <a:rPr lang="en-US" sz="1100" dirty="0">
                <a:latin typeface="Source Sans Pro" panose="020B0503030403020204" pitchFamily="34" charset="0"/>
                <a:ea typeface="Source Sans Pro" panose="020B0503030403020204" pitchFamily="34" charset="0"/>
              </a:rPr>
              <a:t>, Madhav </a:t>
            </a:r>
            <a:r>
              <a:rPr lang="en-US" sz="1100" dirty="0" err="1">
                <a:latin typeface="Source Sans Pro" panose="020B0503030403020204" pitchFamily="34" charset="0"/>
                <a:ea typeface="Source Sans Pro" panose="020B0503030403020204" pitchFamily="34" charset="0"/>
              </a:rPr>
              <a:t>Marathe</a:t>
            </a:r>
            <a:endParaRPr lang="en-US" sz="1100" dirty="0">
              <a:latin typeface="Source Sans Pro" panose="020B0503030403020204" pitchFamily="34" charset="0"/>
              <a:ea typeface="Source Sans Pro" panose="020B0503030403020204" pitchFamily="34" charset="0"/>
            </a:endParaRPr>
          </a:p>
          <a:p>
            <a:r>
              <a:rPr lang="en-US" sz="1100" i="1" dirty="0">
                <a:latin typeface="Source Sans Pro" panose="020B0503030403020204" pitchFamily="34" charset="0"/>
                <a:ea typeface="Source Sans Pro" panose="020B0503030403020204" pitchFamily="34" charset="0"/>
              </a:rPr>
              <a:t>University of Virginia-</a:t>
            </a:r>
            <a:r>
              <a:rPr lang="en-US" sz="1100" i="1" dirty="0" err="1">
                <a:latin typeface="Source Sans Pro" panose="020B0503030403020204" pitchFamily="34" charset="0"/>
                <a:ea typeface="Source Sans Pro" panose="020B0503030403020204" pitchFamily="34" charset="0"/>
              </a:rPr>
              <a:t>EpiHiper</a:t>
            </a:r>
            <a:r>
              <a:rPr lang="en-US" sz="1100" dirty="0">
                <a:latin typeface="Source Sans Pro" panose="020B0503030403020204" pitchFamily="34" charset="0"/>
                <a:ea typeface="Source Sans Pro" panose="020B0503030403020204" pitchFamily="34" charset="0"/>
              </a:rPr>
              <a:t>: </a:t>
            </a:r>
            <a:r>
              <a:rPr lang="en-US" sz="1100" dirty="0" err="1">
                <a:latin typeface="Source Sans Pro" panose="020B0503030403020204" pitchFamily="34" charset="0"/>
                <a:ea typeface="Source Sans Pro" panose="020B0503030403020204" pitchFamily="34" charset="0"/>
              </a:rPr>
              <a:t>Jiangzhuo</a:t>
            </a:r>
            <a:r>
              <a:rPr lang="en-US" sz="1100" dirty="0">
                <a:latin typeface="Source Sans Pro" panose="020B0503030403020204" pitchFamily="34" charset="0"/>
                <a:ea typeface="Source Sans Pro" panose="020B0503030403020204" pitchFamily="34" charset="0"/>
              </a:rPr>
              <a:t> Chen, Stefan Hoops, </a:t>
            </a:r>
            <a:r>
              <a:rPr lang="en-US" sz="1100" dirty="0" err="1">
                <a:latin typeface="Source Sans Pro" panose="020B0503030403020204" pitchFamily="34" charset="0"/>
                <a:ea typeface="Source Sans Pro" panose="020B0503030403020204" pitchFamily="34" charset="0"/>
              </a:rPr>
              <a:t>Parantapa</a:t>
            </a:r>
            <a:r>
              <a:rPr lang="en-US" sz="1100" dirty="0">
                <a:latin typeface="Source Sans Pro" panose="020B0503030403020204" pitchFamily="34" charset="0"/>
                <a:ea typeface="Source Sans Pro" panose="020B0503030403020204" pitchFamily="34" charset="0"/>
              </a:rPr>
              <a:t> Bhattacharya, Dustin Machi, Bryan Lewis, </a:t>
            </a:r>
            <a:br>
              <a:rPr lang="en-US" sz="1100" dirty="0">
                <a:latin typeface="Source Sans Pro" panose="020B0503030403020204" pitchFamily="34" charset="0"/>
                <a:ea typeface="Source Sans Pro" panose="020B0503030403020204" pitchFamily="34" charset="0"/>
              </a:rPr>
            </a:br>
            <a:r>
              <a:rPr lang="en-US" sz="1100" dirty="0">
                <a:latin typeface="Source Sans Pro" panose="020B0503030403020204" pitchFamily="34" charset="0"/>
                <a:ea typeface="Source Sans Pro" panose="020B0503030403020204" pitchFamily="34" charset="0"/>
              </a:rPr>
              <a:t>Madhav Marathe</a:t>
            </a:r>
          </a:p>
          <a:p>
            <a:endParaRPr lang="en-US" sz="1100" dirty="0">
              <a:latin typeface="Source Sans Pro" panose="020B0503030403020204" pitchFamily="34" charset="0"/>
              <a:ea typeface="Source Sans Pro" panose="020B0503030403020204" pitchFamily="34" charset="0"/>
            </a:endParaRPr>
          </a:p>
          <a:p>
            <a:r>
              <a:rPr lang="en-US" sz="1400" b="1" dirty="0">
                <a:solidFill>
                  <a:srgbClr val="1FAEDB"/>
                </a:solidFill>
                <a:latin typeface="Source Sans Pro SemiBold" panose="020B0503030403020204" pitchFamily="34" charset="0"/>
                <a:ea typeface="Source Sans Pro SemiBold" panose="020B0503030403020204" pitchFamily="34" charset="0"/>
                <a:cs typeface="Arial Unicode MS" panose="020B0604020202020204" pitchFamily="34" charset="-128"/>
              </a:rPr>
              <a:t>Collaborators</a:t>
            </a:r>
            <a:br>
              <a:rPr lang="en-US" sz="1400" b="1" dirty="0">
                <a:solidFill>
                  <a:srgbClr val="00B050"/>
                </a:solidFill>
                <a:latin typeface="Source Sans Pro SemiBold" panose="020B0503030403020204" pitchFamily="34" charset="0"/>
                <a:ea typeface="Source Sans Pro SemiBold" panose="020B0503030403020204" pitchFamily="34" charset="0"/>
                <a:cs typeface="Arial Unicode MS" panose="020B0604020202020204" pitchFamily="34" charset="-128"/>
              </a:rPr>
            </a:br>
            <a:r>
              <a:rPr lang="en-US" altLang="en-US" sz="1100" dirty="0">
                <a:latin typeface="Source Sans Pro" panose="020B0503030403020204" pitchFamily="34" charset="0"/>
                <a:ea typeface="Source Sans Pro" panose="020B0503030403020204" pitchFamily="34" charset="0"/>
                <a:cs typeface="Times New Roman" panose="02020603050405020304" pitchFamily="18" charset="0"/>
              </a:rPr>
              <a:t>Matthew Biggerstaff, Michael Johansson, Rachel Slayton, Jessica Healey (CDC); </a:t>
            </a:r>
            <a:r>
              <a:rPr lang="en-US" sz="1100" dirty="0">
                <a:latin typeface="Source Sans Pro" panose="020B0503030403020204" pitchFamily="34" charset="0"/>
                <a:ea typeface="Source Sans Pro" panose="020B0503030403020204" pitchFamily="34" charset="0"/>
                <a:cs typeface="Times New Roman" panose="02020603050405020304" pitchFamily="18" charset="0"/>
              </a:rPr>
              <a:t>Nicole </a:t>
            </a:r>
            <a:r>
              <a:rPr lang="en-US" sz="1100" dirty="0" err="1">
                <a:latin typeface="Source Sans Pro" panose="020B0503030403020204" pitchFamily="34" charset="0"/>
                <a:ea typeface="Source Sans Pro" panose="020B0503030403020204" pitchFamily="34" charset="0"/>
                <a:cs typeface="Times New Roman" panose="02020603050405020304" pitchFamily="18" charset="0"/>
              </a:rPr>
              <a:t>Samay</a:t>
            </a:r>
            <a:r>
              <a:rPr lang="en-US" sz="1100" dirty="0">
                <a:latin typeface="Source Sans Pro" panose="020B0503030403020204" pitchFamily="34" charset="0"/>
                <a:ea typeface="Source Sans Pro" panose="020B0503030403020204" pitchFamily="34" charset="0"/>
                <a:cs typeface="Times New Roman" panose="02020603050405020304" pitchFamily="18" charset="0"/>
              </a:rPr>
              <a:t> (Northeastern University)</a:t>
            </a:r>
            <a:endParaRPr lang="en-US" sz="1100" dirty="0">
              <a:latin typeface="Source Sans Pro" panose="020B0503030403020204" pitchFamily="34" charset="0"/>
              <a:ea typeface="Source Sans Pro" panose="020B0503030403020204" pitchFamily="34" charset="0"/>
            </a:endParaRPr>
          </a:p>
          <a:p>
            <a:endParaRPr lang="en-US" sz="1100" dirty="0">
              <a:latin typeface="Source Sans Pro" panose="020B0503030403020204" pitchFamily="34" charset="0"/>
              <a:ea typeface="Source Sans Pro" panose="020B0503030403020204" pitchFamily="34" charset="0"/>
            </a:endParaRPr>
          </a:p>
        </p:txBody>
      </p:sp>
      <p:grpSp>
        <p:nvGrpSpPr>
          <p:cNvPr id="38" name="Group 37">
            <a:extLst>
              <a:ext uri="{FF2B5EF4-FFF2-40B4-BE49-F238E27FC236}">
                <a16:creationId xmlns:a16="http://schemas.microsoft.com/office/drawing/2014/main" id="{B2DDB30A-04EC-71CF-014A-0483893C789D}"/>
              </a:ext>
            </a:extLst>
          </p:cNvPr>
          <p:cNvGrpSpPr/>
          <p:nvPr/>
        </p:nvGrpSpPr>
        <p:grpSpPr>
          <a:xfrm>
            <a:off x="807963" y="5713237"/>
            <a:ext cx="3070729" cy="457200"/>
            <a:chOff x="1074826" y="4366070"/>
            <a:chExt cx="3070729" cy="457200"/>
          </a:xfrm>
        </p:grpSpPr>
        <p:pic>
          <p:nvPicPr>
            <p:cNvPr id="14" name="Graphic 13" descr="Envelope with solid fill">
              <a:extLst>
                <a:ext uri="{FF2B5EF4-FFF2-40B4-BE49-F238E27FC236}">
                  <a16:creationId xmlns:a16="http://schemas.microsoft.com/office/drawing/2014/main" id="{6C813C2C-5951-B2E7-85A4-D8E9BAA2125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74826" y="4366070"/>
              <a:ext cx="457200" cy="457200"/>
            </a:xfrm>
            <a:prstGeom prst="rect">
              <a:avLst/>
            </a:prstGeom>
          </p:spPr>
        </p:pic>
        <p:sp>
          <p:nvSpPr>
            <p:cNvPr id="37" name="TextBox 36">
              <a:extLst>
                <a:ext uri="{FF2B5EF4-FFF2-40B4-BE49-F238E27FC236}">
                  <a16:creationId xmlns:a16="http://schemas.microsoft.com/office/drawing/2014/main" id="{252CD946-866F-7EB7-C2A8-390D11F3D6D6}"/>
                </a:ext>
              </a:extLst>
            </p:cNvPr>
            <p:cNvSpPr txBox="1"/>
            <p:nvPr/>
          </p:nvSpPr>
          <p:spPr>
            <a:xfrm>
              <a:off x="1556375" y="4383679"/>
              <a:ext cx="2589180" cy="338554"/>
            </a:xfrm>
            <a:prstGeom prst="rect">
              <a:avLst/>
            </a:prstGeom>
            <a:noFill/>
          </p:spPr>
          <p:txBody>
            <a:bodyPr wrap="square">
              <a:spAutoFit/>
            </a:bodyPr>
            <a:lstStyle/>
            <a:p>
              <a:r>
                <a:rPr lang="en-US" sz="1600" dirty="0">
                  <a:latin typeface="Source Sans Pro" panose="020B0503030403020204" pitchFamily="34" charset="0"/>
                  <a:ea typeface="Source Sans Pro" panose="020B0503030403020204" pitchFamily="34" charset="0"/>
                </a:rPr>
                <a:t>jlessler@unc.edu</a:t>
              </a:r>
              <a:endParaRPr lang="en-US" sz="1600" dirty="0"/>
            </a:p>
          </p:txBody>
        </p:sp>
      </p:grpSp>
      <p:pic>
        <p:nvPicPr>
          <p:cNvPr id="3" name="Picture 2" descr="SMH logo">
            <a:extLst>
              <a:ext uri="{FF2B5EF4-FFF2-40B4-BE49-F238E27FC236}">
                <a16:creationId xmlns:a16="http://schemas.microsoft.com/office/drawing/2014/main" id="{A5569F7E-2273-370D-8EEF-F822AA3B1CF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80033" y="165549"/>
            <a:ext cx="4470364" cy="799776"/>
          </a:xfrm>
          <a:prstGeom prst="rect">
            <a:avLst/>
          </a:prstGeom>
          <a:noFill/>
          <a:extLst>
            <a:ext uri="{909E8E84-426E-40DD-AFC4-6F175D3DCCD1}">
              <a14:hiddenFill xmlns:a14="http://schemas.microsoft.com/office/drawing/2010/main">
                <a:solidFill>
                  <a:srgbClr val="FFFFFF"/>
                </a:solidFill>
              </a14:hiddenFill>
            </a:ext>
          </a:extLst>
        </p:spPr>
      </p:pic>
      <p:sp>
        <p:nvSpPr>
          <p:cNvPr id="43" name="TextBox 42">
            <a:extLst>
              <a:ext uri="{FF2B5EF4-FFF2-40B4-BE49-F238E27FC236}">
                <a16:creationId xmlns:a16="http://schemas.microsoft.com/office/drawing/2014/main" id="{BF6A6401-3AC9-EAA9-5619-B56A0A2EFF95}"/>
              </a:ext>
            </a:extLst>
          </p:cNvPr>
          <p:cNvSpPr txBox="1"/>
          <p:nvPr/>
        </p:nvSpPr>
        <p:spPr>
          <a:xfrm>
            <a:off x="552167" y="6211713"/>
            <a:ext cx="3668682" cy="369332"/>
          </a:xfrm>
          <a:prstGeom prst="rect">
            <a:avLst/>
          </a:prstGeom>
          <a:noFill/>
        </p:spPr>
        <p:txBody>
          <a:bodyPr wrap="square">
            <a:spAutoFit/>
          </a:bodyPr>
          <a:lstStyle/>
          <a:p>
            <a:r>
              <a:rPr lang="en-US" dirty="0">
                <a:solidFill>
                  <a:srgbClr val="1EAEDB"/>
                </a:solidFill>
                <a:latin typeface="Helvetica Light" panose="020B0403020202020204" pitchFamily="34" charset="0"/>
                <a:ea typeface="Source Sans Pro Light" panose="020B0403030403020204" pitchFamily="34" charset="0"/>
                <a:hlinkClick r:id="rId7">
                  <a:extLst>
                    <a:ext uri="{A12FA001-AC4F-418D-AE19-62706E023703}">
                      <ahyp:hlinkClr xmlns:ahyp="http://schemas.microsoft.com/office/drawing/2018/hyperlinkcolor" val="tx"/>
                    </a:ext>
                  </a:extLst>
                </a:hlinkClick>
              </a:rPr>
              <a:t>https://scenariomodelinghub.org</a:t>
            </a:r>
            <a:r>
              <a:rPr lang="en-US" dirty="0">
                <a:solidFill>
                  <a:srgbClr val="1EAEDB"/>
                </a:solidFill>
                <a:latin typeface="Helvetica Light" panose="020B0403020202020204" pitchFamily="34" charset="0"/>
                <a:ea typeface="Source Sans Pro Light" panose="020B0403030403020204" pitchFamily="34" charset="0"/>
              </a:rPr>
              <a:t> </a:t>
            </a:r>
            <a:endParaRPr lang="en-US" dirty="0">
              <a:solidFill>
                <a:srgbClr val="1EAEDB"/>
              </a:solidFill>
            </a:endParaRPr>
          </a:p>
        </p:txBody>
      </p:sp>
      <p:pic>
        <p:nvPicPr>
          <p:cNvPr id="10" name="Picture 9">
            <a:extLst>
              <a:ext uri="{FF2B5EF4-FFF2-40B4-BE49-F238E27FC236}">
                <a16:creationId xmlns:a16="http://schemas.microsoft.com/office/drawing/2014/main" id="{CA490C61-D2FC-73E4-C714-7B1C535B167E}"/>
              </a:ext>
            </a:extLst>
          </p:cNvPr>
          <p:cNvPicPr>
            <a:picLocks noChangeAspect="1"/>
          </p:cNvPicPr>
          <p:nvPr/>
        </p:nvPicPr>
        <p:blipFill>
          <a:blip r:embed="rId8"/>
          <a:stretch>
            <a:fillRect/>
          </a:stretch>
        </p:blipFill>
        <p:spPr>
          <a:xfrm>
            <a:off x="709257" y="2503988"/>
            <a:ext cx="2509910" cy="585747"/>
          </a:xfrm>
          <a:prstGeom prst="rect">
            <a:avLst/>
          </a:prstGeom>
        </p:spPr>
      </p:pic>
      <p:pic>
        <p:nvPicPr>
          <p:cNvPr id="12" name="Picture 11">
            <a:extLst>
              <a:ext uri="{FF2B5EF4-FFF2-40B4-BE49-F238E27FC236}">
                <a16:creationId xmlns:a16="http://schemas.microsoft.com/office/drawing/2014/main" id="{C4F1572B-924A-449A-5BC6-B29CCD9F6579}"/>
              </a:ext>
            </a:extLst>
          </p:cNvPr>
          <p:cNvPicPr>
            <a:picLocks noChangeAspect="1"/>
          </p:cNvPicPr>
          <p:nvPr/>
        </p:nvPicPr>
        <p:blipFill>
          <a:blip r:embed="rId9"/>
          <a:stretch>
            <a:fillRect/>
          </a:stretch>
        </p:blipFill>
        <p:spPr>
          <a:xfrm>
            <a:off x="620182" y="3298502"/>
            <a:ext cx="2653335" cy="773219"/>
          </a:xfrm>
          <a:prstGeom prst="rect">
            <a:avLst/>
          </a:prstGeom>
        </p:spPr>
      </p:pic>
    </p:spTree>
    <p:extLst>
      <p:ext uri="{BB962C8B-B14F-4D97-AF65-F5344CB8AC3E}">
        <p14:creationId xmlns:p14="http://schemas.microsoft.com/office/powerpoint/2010/main" val="32975562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C1FF9CA-7404-E468-751E-041E2948E157}"/>
              </a:ext>
            </a:extLst>
          </p:cNvPr>
          <p:cNvSpPr>
            <a:spLocks noGrp="1"/>
          </p:cNvSpPr>
          <p:nvPr>
            <p:ph type="title"/>
          </p:nvPr>
        </p:nvSpPr>
        <p:spPr/>
        <p:txBody>
          <a:bodyPr/>
          <a:lstStyle/>
          <a:p>
            <a:r>
              <a:rPr lang="en-US" dirty="0"/>
              <a:t>Backup</a:t>
            </a:r>
          </a:p>
        </p:txBody>
      </p:sp>
      <p:sp>
        <p:nvSpPr>
          <p:cNvPr id="5" name="Text Placeholder 4">
            <a:extLst>
              <a:ext uri="{FF2B5EF4-FFF2-40B4-BE49-F238E27FC236}">
                <a16:creationId xmlns:a16="http://schemas.microsoft.com/office/drawing/2014/main" id="{BA96284C-E80D-D3EF-AE79-D0824485849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2001717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95C874-FEFE-1857-D7B1-C38CE61B4A7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5676" y="356321"/>
            <a:ext cx="9669703" cy="3255559"/>
          </a:xfrm>
          <a:prstGeom prst="rect">
            <a:avLst/>
          </a:prstGeom>
        </p:spPr>
      </p:pic>
      <mc:AlternateContent xmlns:mc="http://schemas.openxmlformats.org/markup-compatibility/2006">
        <mc:Choice xmlns:a14="http://schemas.microsoft.com/office/drawing/2010/main" Requires="a14">
          <p:sp>
            <p:nvSpPr>
              <p:cNvPr id="6" name="Rectangle 5">
                <a:extLst>
                  <a:ext uri="{FF2B5EF4-FFF2-40B4-BE49-F238E27FC236}">
                    <a16:creationId xmlns:a16="http://schemas.microsoft.com/office/drawing/2014/main" id="{9E1E29AD-4C81-D6F6-8F51-680CC2D2BF32}"/>
                  </a:ext>
                </a:extLst>
              </p:cNvPr>
              <p:cNvSpPr/>
              <p:nvPr/>
            </p:nvSpPr>
            <p:spPr>
              <a:xfrm>
                <a:off x="3693710" y="5419808"/>
                <a:ext cx="5884111" cy="7078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4000" b="0" i="1" smtClean="0">
                          <a:latin typeface="Cambria Math" panose="02040503050406030204" pitchFamily="18" charset="0"/>
                        </a:rPr>
                        <m:t>𝑐</m:t>
                      </m:r>
                      <m:d>
                        <m:dPr>
                          <m:ctrlPr>
                            <a:rPr lang="en-US" sz="4000" b="0" i="1" smtClean="0">
                              <a:latin typeface="Cambria Math" panose="02040503050406030204" pitchFamily="18" charset="0"/>
                            </a:rPr>
                          </m:ctrlPr>
                        </m:dPr>
                        <m:e>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𝑖</m:t>
                              </m:r>
                            </m:sub>
                          </m:sSub>
                        </m:e>
                      </m:d>
                      <m:r>
                        <a:rPr lang="en-US" sz="4000" b="0" i="1" smtClean="0">
                          <a:latin typeface="Cambria Math" panose="02040503050406030204" pitchFamily="18" charset="0"/>
                        </a:rPr>
                        <m:t>+</m:t>
                      </m:r>
                      <m:r>
                        <a:rPr lang="en-US" sz="4000" i="1" smtClean="0">
                          <a:latin typeface="Cambria Math" panose="02040503050406030204" pitchFamily="18" charset="0"/>
                        </a:rPr>
                        <m:t>∑</m:t>
                      </m:r>
                      <m:r>
                        <a:rPr lang="en-US" sz="4000" i="1" smtClean="0">
                          <a:latin typeface="Cambria Math" panose="02040503050406030204" pitchFamily="18" charset="0"/>
                        </a:rPr>
                        <m:t>𝑢</m:t>
                      </m:r>
                      <m:d>
                        <m:dPr>
                          <m:ctrlPr>
                            <a:rPr lang="en-US" sz="4000" i="1">
                              <a:latin typeface="Cambria Math" panose="02040503050406030204" pitchFamily="18" charset="0"/>
                            </a:rPr>
                          </m:ctrlPr>
                        </m:dPr>
                        <m:e>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e>
                      </m:d>
                      <m:r>
                        <m:rPr>
                          <m:sty m:val="p"/>
                        </m:rPr>
                        <a:rPr lang="en-US" sz="4000">
                          <a:latin typeface="Cambria Math" panose="02040503050406030204" pitchFamily="18" charset="0"/>
                        </a:rPr>
                        <m:t>Pr</m:t>
                      </m:r>
                      <m:r>
                        <a:rPr lang="en-US" sz="4000" i="1">
                          <a:latin typeface="Cambria Math" panose="02040503050406030204" pitchFamily="18" charset="0"/>
                        </a:rPr>
                        <m:t>⁡(</m:t>
                      </m:r>
                      <m:sSub>
                        <m:sSubPr>
                          <m:ctrlPr>
                            <a:rPr lang="en-US" sz="4000" i="1">
                              <a:latin typeface="Cambria Math" panose="02040503050406030204" pitchFamily="18" charset="0"/>
                            </a:rPr>
                          </m:ctrlPr>
                        </m:sSubPr>
                        <m:e>
                          <m:r>
                            <a:rPr lang="en-US" sz="4000" b="0" i="1" smtClean="0">
                              <a:latin typeface="Cambria Math" panose="02040503050406030204" pitchFamily="18" charset="0"/>
                            </a:rPr>
                            <m:t>𝑦</m:t>
                          </m:r>
                        </m:e>
                        <m:sub>
                          <m:r>
                            <a:rPr lang="en-US" sz="4000" i="1">
                              <a:latin typeface="Cambria Math" panose="02040503050406030204" pitchFamily="18" charset="0"/>
                            </a:rPr>
                            <m:t>𝑖</m:t>
                          </m:r>
                        </m:sub>
                      </m:sSub>
                      <m:r>
                        <a:rPr lang="en-US" sz="4000" b="0" i="1" smtClean="0">
                          <a:latin typeface="Cambria Math" panose="02040503050406030204" pitchFamily="18" charset="0"/>
                        </a:rPr>
                        <m:t>|</m:t>
                      </m:r>
                      <m:sSub>
                        <m:sSubPr>
                          <m:ctrlPr>
                            <a:rPr lang="en-US" sz="4000" b="0" i="1" smtClean="0">
                              <a:latin typeface="Cambria Math" panose="02040503050406030204" pitchFamily="18" charset="0"/>
                            </a:rPr>
                          </m:ctrlPr>
                        </m:sSubPr>
                        <m:e>
                          <m:r>
                            <a:rPr lang="en-US" sz="4000" b="1" i="1" smtClean="0">
                              <a:latin typeface="Cambria Math" panose="02040503050406030204" pitchFamily="18" charset="0"/>
                            </a:rPr>
                            <m:t>𝑿</m:t>
                          </m:r>
                        </m:e>
                        <m:sub>
                          <m:r>
                            <a:rPr lang="en-US" sz="4000" b="0" i="1" smtClean="0">
                              <a:latin typeface="Cambria Math" panose="02040503050406030204" pitchFamily="18" charset="0"/>
                            </a:rPr>
                            <m:t>𝑖</m:t>
                          </m:r>
                        </m:sub>
                      </m:sSub>
                      <m:r>
                        <a:rPr lang="en-US" sz="4000" i="1">
                          <a:latin typeface="Cambria Math" panose="02040503050406030204" pitchFamily="18" charset="0"/>
                        </a:rPr>
                        <m:t>)</m:t>
                      </m:r>
                    </m:oMath>
                  </m:oMathPara>
                </a14:m>
                <a:endParaRPr lang="en-US" sz="4000" dirty="0"/>
              </a:p>
            </p:txBody>
          </p:sp>
        </mc:Choice>
        <mc:Fallback>
          <p:sp>
            <p:nvSpPr>
              <p:cNvPr id="6" name="Rectangle 5">
                <a:extLst>
                  <a:ext uri="{FF2B5EF4-FFF2-40B4-BE49-F238E27FC236}">
                    <a16:creationId xmlns:a16="http://schemas.microsoft.com/office/drawing/2014/main" id="{9E1E29AD-4C81-D6F6-8F51-680CC2D2BF32}"/>
                  </a:ext>
                </a:extLst>
              </p:cNvPr>
              <p:cNvSpPr>
                <a:spLocks noRot="1" noChangeAspect="1" noMove="1" noResize="1" noEditPoints="1" noAdjustHandles="1" noChangeArrowheads="1" noChangeShapeType="1" noTextEdit="1"/>
              </p:cNvSpPr>
              <p:nvPr/>
            </p:nvSpPr>
            <p:spPr>
              <a:xfrm>
                <a:off x="3693710" y="5419808"/>
                <a:ext cx="5884111" cy="70788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D123CEA7-380F-2D6B-7EA0-D943F52ADF88}"/>
                  </a:ext>
                </a:extLst>
              </p:cNvPr>
              <p:cNvSpPr txBox="1"/>
              <p:nvPr/>
            </p:nvSpPr>
            <p:spPr>
              <a:xfrm>
                <a:off x="3966210" y="3611880"/>
                <a:ext cx="609530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𝑐</m:t>
                      </m:r>
                      <m:d>
                        <m:dPr>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1" i="1" smtClean="0">
                                  <a:latin typeface="Cambria Math" panose="02040503050406030204" pitchFamily="18" charset="0"/>
                                </a:rPr>
                                <m:t>𝑿</m:t>
                              </m:r>
                            </m:e>
                            <m:sub>
                              <m:r>
                                <a:rPr lang="en-US" sz="2800" b="0" i="1" smtClean="0">
                                  <a:latin typeface="Cambria Math" panose="02040503050406030204" pitchFamily="18" charset="0"/>
                                </a:rPr>
                                <m:t>𝑖</m:t>
                              </m:r>
                            </m:sub>
                          </m:sSub>
                        </m:e>
                      </m:d>
                    </m:oMath>
                  </m:oMathPara>
                </a14:m>
                <a:endParaRPr lang="en-US" dirty="0"/>
              </a:p>
            </p:txBody>
          </p:sp>
        </mc:Choice>
        <mc:Fallback>
          <p:sp>
            <p:nvSpPr>
              <p:cNvPr id="8" name="TextBox 7">
                <a:extLst>
                  <a:ext uri="{FF2B5EF4-FFF2-40B4-BE49-F238E27FC236}">
                    <a16:creationId xmlns:a16="http://schemas.microsoft.com/office/drawing/2014/main" id="{D123CEA7-380F-2D6B-7EA0-D943F52ADF88}"/>
                  </a:ext>
                </a:extLst>
              </p:cNvPr>
              <p:cNvSpPr txBox="1">
                <a:spLocks noRot="1" noChangeAspect="1" noMove="1" noResize="1" noEditPoints="1" noAdjustHandles="1" noChangeArrowheads="1" noChangeShapeType="1" noTextEdit="1"/>
              </p:cNvSpPr>
              <p:nvPr/>
            </p:nvSpPr>
            <p:spPr>
              <a:xfrm>
                <a:off x="3966210" y="3611880"/>
                <a:ext cx="6095306"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C0F14C64-5F1F-D249-C033-E55FEEF0DE36}"/>
                  </a:ext>
                </a:extLst>
              </p:cNvPr>
              <p:cNvSpPr txBox="1"/>
              <p:nvPr/>
            </p:nvSpPr>
            <p:spPr>
              <a:xfrm>
                <a:off x="4180955" y="2894737"/>
                <a:ext cx="609530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𝑐</m:t>
                      </m:r>
                      <m:d>
                        <m:dPr>
                          <m:ctrlPr>
                            <a:rPr lang="en-US" sz="2800" b="0" i="1" smtClean="0">
                              <a:latin typeface="Cambria Math" panose="02040503050406030204" pitchFamily="18" charset="0"/>
                            </a:rPr>
                          </m:ctrlPr>
                        </m:dPr>
                        <m:e>
                          <m:sSup>
                            <m:sSupPr>
                              <m:ctrlPr>
                                <a:rPr lang="en-US" sz="2800" b="1" i="1" smtClean="0">
                                  <a:latin typeface="Cambria Math" panose="02040503050406030204" pitchFamily="18" charset="0"/>
                                </a:rPr>
                              </m:ctrlPr>
                            </m:sSupPr>
                            <m:e>
                              <m:r>
                                <a:rPr lang="en-US" sz="2800" b="1" i="1" smtClean="0">
                                  <a:latin typeface="Cambria Math" panose="02040503050406030204" pitchFamily="18" charset="0"/>
                                </a:rPr>
                                <m:t>𝑿</m:t>
                              </m:r>
                            </m:e>
                            <m:sup>
                              <m:r>
                                <a:rPr lang="en-US" sz="2800" b="1" i="1" smtClean="0">
                                  <a:latin typeface="Cambria Math" panose="02040503050406030204" pitchFamily="18" charset="0"/>
                                </a:rPr>
                                <m:t>∗</m:t>
                              </m:r>
                            </m:sup>
                          </m:sSup>
                        </m:e>
                      </m:d>
                    </m:oMath>
                  </m:oMathPara>
                </a14:m>
                <a:endParaRPr lang="en-US" dirty="0"/>
              </a:p>
            </p:txBody>
          </p:sp>
        </mc:Choice>
        <mc:Fallback>
          <p:sp>
            <p:nvSpPr>
              <p:cNvPr id="9" name="TextBox 8">
                <a:extLst>
                  <a:ext uri="{FF2B5EF4-FFF2-40B4-BE49-F238E27FC236}">
                    <a16:creationId xmlns:a16="http://schemas.microsoft.com/office/drawing/2014/main" id="{C0F14C64-5F1F-D249-C033-E55FEEF0DE36}"/>
                  </a:ext>
                </a:extLst>
              </p:cNvPr>
              <p:cNvSpPr txBox="1">
                <a:spLocks noRot="1" noChangeAspect="1" noMove="1" noResize="1" noEditPoints="1" noAdjustHandles="1" noChangeArrowheads="1" noChangeShapeType="1" noTextEdit="1"/>
              </p:cNvSpPr>
              <p:nvPr/>
            </p:nvSpPr>
            <p:spPr>
              <a:xfrm>
                <a:off x="4180955" y="2894737"/>
                <a:ext cx="6095306"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77287720-6E32-0231-7323-9F58C1329767}"/>
                  </a:ext>
                </a:extLst>
              </p:cNvPr>
              <p:cNvSpPr txBox="1"/>
              <p:nvPr/>
            </p:nvSpPr>
            <p:spPr>
              <a:xfrm>
                <a:off x="6293775" y="1363919"/>
                <a:ext cx="609530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800" b="1" i="1" smtClean="0">
                          <a:latin typeface="Cambria Math" panose="02040503050406030204" pitchFamily="18" charset="0"/>
                        </a:rPr>
                        <m:t>𝒖</m:t>
                      </m:r>
                      <m:d>
                        <m:dPr>
                          <m:ctrlPr>
                            <a:rPr lang="en-US" sz="2800" b="1" i="1">
                              <a:latin typeface="Cambria Math" panose="02040503050406030204" pitchFamily="18" charset="0"/>
                            </a:rPr>
                          </m:ctrlPr>
                        </m:dPr>
                        <m:e>
                          <m:sSub>
                            <m:sSubPr>
                              <m:ctrlPr>
                                <a:rPr lang="en-US" sz="2800" b="1" i="1">
                                  <a:latin typeface="Cambria Math" panose="02040503050406030204" pitchFamily="18" charset="0"/>
                                </a:rPr>
                              </m:ctrlPr>
                            </m:sSubPr>
                            <m:e>
                              <m:r>
                                <a:rPr lang="en-US" sz="2800" b="1" i="1" smtClean="0">
                                  <a:latin typeface="Cambria Math" panose="02040503050406030204" pitchFamily="18" charset="0"/>
                                </a:rPr>
                                <m:t>𝒚</m:t>
                              </m:r>
                            </m:e>
                            <m:sub>
                              <m:r>
                                <a:rPr lang="en-US" sz="2800" b="1" i="1">
                                  <a:latin typeface="Cambria Math" panose="02040503050406030204" pitchFamily="18" charset="0"/>
                                </a:rPr>
                                <m:t>𝒊</m:t>
                              </m:r>
                            </m:sub>
                          </m:sSub>
                        </m:e>
                      </m:d>
                    </m:oMath>
                  </m:oMathPara>
                </a14:m>
                <a:endParaRPr lang="en-US" sz="2800" b="1" dirty="0"/>
              </a:p>
            </p:txBody>
          </p:sp>
        </mc:Choice>
        <mc:Fallback>
          <p:sp>
            <p:nvSpPr>
              <p:cNvPr id="11" name="TextBox 10">
                <a:extLst>
                  <a:ext uri="{FF2B5EF4-FFF2-40B4-BE49-F238E27FC236}">
                    <a16:creationId xmlns:a16="http://schemas.microsoft.com/office/drawing/2014/main" id="{77287720-6E32-0231-7323-9F58C1329767}"/>
                  </a:ext>
                </a:extLst>
              </p:cNvPr>
              <p:cNvSpPr txBox="1">
                <a:spLocks noRot="1" noChangeAspect="1" noMove="1" noResize="1" noEditPoints="1" noAdjustHandles="1" noChangeArrowheads="1" noChangeShapeType="1" noTextEdit="1"/>
              </p:cNvSpPr>
              <p:nvPr/>
            </p:nvSpPr>
            <p:spPr>
              <a:xfrm>
                <a:off x="6293775" y="1363919"/>
                <a:ext cx="6095306" cy="523220"/>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0851754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76564EC-C101-3C2E-B1FA-FA1ECD8FF48A}"/>
              </a:ext>
            </a:extLst>
          </p:cNvPr>
          <p:cNvSpPr>
            <a:spLocks noGrp="1"/>
          </p:cNvSpPr>
          <p:nvPr>
            <p:ph type="body" sz="quarter" idx="16"/>
          </p:nvPr>
        </p:nvSpPr>
        <p:spPr/>
        <p:txBody>
          <a:bodyPr/>
          <a:lstStyle/>
          <a:p>
            <a:r>
              <a:rPr lang="en-US" dirty="0"/>
              <a:t>The tension of simultaneous responses</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1FB5A588-908E-485A-8CD0-A382E1CEE96A}"/>
                  </a:ext>
                </a:extLst>
              </p:cNvPr>
              <p:cNvSpPr txBox="1"/>
              <p:nvPr/>
            </p:nvSpPr>
            <p:spPr>
              <a:xfrm>
                <a:off x="2816209" y="2447537"/>
                <a:ext cx="5450466" cy="8309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5400" b="0" i="1" smtClean="0">
                          <a:latin typeface="Cambria Math" panose="02040503050406030204" pitchFamily="18" charset="0"/>
                        </a:rPr>
                        <m:t>𝑈</m:t>
                      </m:r>
                      <m:r>
                        <a:rPr lang="en-US" sz="5400" b="0" i="1" smtClean="0">
                          <a:latin typeface="Cambria Math" panose="02040503050406030204" pitchFamily="18" charset="0"/>
                        </a:rPr>
                        <m:t>=∑</m:t>
                      </m:r>
                      <m:r>
                        <a:rPr lang="en-US" sz="5400" b="0" i="1" smtClean="0">
                          <a:latin typeface="Cambria Math" panose="02040503050406030204" pitchFamily="18" charset="0"/>
                        </a:rPr>
                        <m:t>𝑢</m:t>
                      </m:r>
                      <m:d>
                        <m:dPr>
                          <m:ctrlPr>
                            <a:rPr lang="en-US" sz="5400" b="0" i="1" smtClean="0">
                              <a:latin typeface="Cambria Math" panose="02040503050406030204" pitchFamily="18" charset="0"/>
                            </a:rPr>
                          </m:ctrlPr>
                        </m:dPr>
                        <m:e>
                          <m:sSub>
                            <m:sSubPr>
                              <m:ctrlPr>
                                <a:rPr lang="en-US" sz="5400" b="0" i="1" smtClean="0">
                                  <a:latin typeface="Cambria Math" panose="02040503050406030204" pitchFamily="18" charset="0"/>
                                </a:rPr>
                              </m:ctrlPr>
                            </m:sSubPr>
                            <m:e>
                              <m:r>
                                <a:rPr lang="en-US" sz="5400" b="0" i="1" smtClean="0">
                                  <a:latin typeface="Cambria Math" panose="02040503050406030204" pitchFamily="18" charset="0"/>
                                </a:rPr>
                                <m:t>𝑦</m:t>
                              </m:r>
                            </m:e>
                            <m:sub>
                              <m:r>
                                <a:rPr lang="en-US" sz="5400" b="0" i="1" smtClean="0">
                                  <a:latin typeface="Cambria Math" panose="02040503050406030204" pitchFamily="18" charset="0"/>
                                </a:rPr>
                                <m:t>𝑖</m:t>
                              </m:r>
                            </m:sub>
                          </m:sSub>
                        </m:e>
                      </m:d>
                      <m:r>
                        <m:rPr>
                          <m:sty m:val="p"/>
                        </m:rPr>
                        <a:rPr lang="en-US" sz="5400" b="0" i="0" smtClean="0">
                          <a:latin typeface="Cambria Math" panose="02040503050406030204" pitchFamily="18" charset="0"/>
                        </a:rPr>
                        <m:t>Pr</m:t>
                      </m:r>
                      <m:r>
                        <a:rPr lang="en-US" sz="5400" b="0" i="1" smtClean="0">
                          <a:latin typeface="Cambria Math" panose="02040503050406030204" pitchFamily="18" charset="0"/>
                        </a:rPr>
                        <m:t>⁡(</m:t>
                      </m:r>
                      <m:sSub>
                        <m:sSubPr>
                          <m:ctrlPr>
                            <a:rPr lang="en-US" sz="5400" b="0" i="1" smtClean="0">
                              <a:latin typeface="Cambria Math" panose="02040503050406030204" pitchFamily="18" charset="0"/>
                            </a:rPr>
                          </m:ctrlPr>
                        </m:sSubPr>
                        <m:e>
                          <m:r>
                            <a:rPr lang="en-US" sz="5400" b="0" i="1" smtClean="0">
                              <a:latin typeface="Cambria Math" panose="02040503050406030204" pitchFamily="18" charset="0"/>
                            </a:rPr>
                            <m:t>𝑦</m:t>
                          </m:r>
                        </m:e>
                        <m:sub>
                          <m:r>
                            <a:rPr lang="en-US" sz="5400" b="0" i="1" smtClean="0">
                              <a:latin typeface="Cambria Math" panose="02040503050406030204" pitchFamily="18" charset="0"/>
                            </a:rPr>
                            <m:t>𝑖</m:t>
                          </m:r>
                        </m:sub>
                      </m:sSub>
                      <m:r>
                        <a:rPr lang="en-US" sz="5400" b="0" i="1" smtClean="0">
                          <a:latin typeface="Cambria Math" panose="02040503050406030204" pitchFamily="18" charset="0"/>
                        </a:rPr>
                        <m:t>)</m:t>
                      </m:r>
                    </m:oMath>
                  </m:oMathPara>
                </a14:m>
                <a:endParaRPr lang="en-US" sz="5400" dirty="0"/>
              </a:p>
            </p:txBody>
          </p:sp>
        </mc:Choice>
        <mc:Fallback>
          <p:sp>
            <p:nvSpPr>
              <p:cNvPr id="6" name="TextBox 5">
                <a:extLst>
                  <a:ext uri="{FF2B5EF4-FFF2-40B4-BE49-F238E27FC236}">
                    <a16:creationId xmlns:a16="http://schemas.microsoft.com/office/drawing/2014/main" id="{1FB5A588-908E-485A-8CD0-A382E1CEE96A}"/>
                  </a:ext>
                </a:extLst>
              </p:cNvPr>
              <p:cNvSpPr txBox="1">
                <a:spLocks noRot="1" noChangeAspect="1" noMove="1" noResize="1" noEditPoints="1" noAdjustHandles="1" noChangeArrowheads="1" noChangeShapeType="1" noTextEdit="1"/>
              </p:cNvSpPr>
              <p:nvPr/>
            </p:nvSpPr>
            <p:spPr>
              <a:xfrm>
                <a:off x="2816209" y="2447537"/>
                <a:ext cx="5450466" cy="830997"/>
              </a:xfrm>
              <a:prstGeom prst="rect">
                <a:avLst/>
              </a:prstGeom>
              <a:blipFill>
                <a:blip r:embed="rId3"/>
                <a:stretch>
                  <a:fillRect/>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id="{07B4AFC6-17A5-45A1-9EE1-462ACC2336D0}"/>
              </a:ext>
            </a:extLst>
          </p:cNvPr>
          <p:cNvSpPr/>
          <p:nvPr/>
        </p:nvSpPr>
        <p:spPr>
          <a:xfrm>
            <a:off x="4772500" y="2500291"/>
            <a:ext cx="1547446" cy="870438"/>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5AF03EA-1C37-4D8E-A994-051801E7BD86}"/>
              </a:ext>
            </a:extLst>
          </p:cNvPr>
          <p:cNvSpPr/>
          <p:nvPr/>
        </p:nvSpPr>
        <p:spPr>
          <a:xfrm>
            <a:off x="6364339" y="2500291"/>
            <a:ext cx="1863970" cy="870438"/>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Connector: Elbow 11">
            <a:extLst>
              <a:ext uri="{FF2B5EF4-FFF2-40B4-BE49-F238E27FC236}">
                <a16:creationId xmlns:a16="http://schemas.microsoft.com/office/drawing/2014/main" id="{B789C3D3-E18A-499D-A6CF-88DECED7F376}"/>
              </a:ext>
            </a:extLst>
          </p:cNvPr>
          <p:cNvCxnSpPr>
            <a:cxnSpLocks/>
            <a:stCxn id="13" idx="3"/>
            <a:endCxn id="7" idx="2"/>
          </p:cNvCxnSpPr>
          <p:nvPr/>
        </p:nvCxnSpPr>
        <p:spPr>
          <a:xfrm flipV="1">
            <a:off x="3943635" y="3370729"/>
            <a:ext cx="1602588" cy="1063869"/>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86864D1A-1FA8-440A-99A1-C855D648F2E7}"/>
              </a:ext>
            </a:extLst>
          </p:cNvPr>
          <p:cNvSpPr txBox="1"/>
          <p:nvPr/>
        </p:nvSpPr>
        <p:spPr>
          <a:xfrm>
            <a:off x="2145322" y="4142210"/>
            <a:ext cx="1798313" cy="584775"/>
          </a:xfrm>
          <a:prstGeom prst="rect">
            <a:avLst/>
          </a:prstGeom>
          <a:noFill/>
        </p:spPr>
        <p:txBody>
          <a:bodyPr wrap="none" rtlCol="0">
            <a:spAutoFit/>
          </a:bodyPr>
          <a:lstStyle/>
          <a:p>
            <a:r>
              <a:rPr lang="en-US" sz="3200" dirty="0"/>
              <a:t>Preparing</a:t>
            </a:r>
          </a:p>
        </p:txBody>
      </p:sp>
      <p:sp>
        <p:nvSpPr>
          <p:cNvPr id="20" name="TextBox 19">
            <a:extLst>
              <a:ext uri="{FF2B5EF4-FFF2-40B4-BE49-F238E27FC236}">
                <a16:creationId xmlns:a16="http://schemas.microsoft.com/office/drawing/2014/main" id="{000CC2CD-5AD3-42FF-88A3-B61454E7C045}"/>
              </a:ext>
            </a:extLst>
          </p:cNvPr>
          <p:cNvSpPr txBox="1"/>
          <p:nvPr/>
        </p:nvSpPr>
        <p:spPr>
          <a:xfrm>
            <a:off x="8039099" y="4142209"/>
            <a:ext cx="2091791" cy="584775"/>
          </a:xfrm>
          <a:prstGeom prst="rect">
            <a:avLst/>
          </a:prstGeom>
          <a:noFill/>
        </p:spPr>
        <p:txBody>
          <a:bodyPr wrap="none" rtlCol="0">
            <a:spAutoFit/>
          </a:bodyPr>
          <a:lstStyle/>
          <a:p>
            <a:r>
              <a:rPr lang="en-US" sz="3200" dirty="0"/>
              <a:t>Intervening</a:t>
            </a:r>
          </a:p>
        </p:txBody>
      </p:sp>
      <p:cxnSp>
        <p:nvCxnSpPr>
          <p:cNvPr id="22" name="Connector: Elbow 21">
            <a:extLst>
              <a:ext uri="{FF2B5EF4-FFF2-40B4-BE49-F238E27FC236}">
                <a16:creationId xmlns:a16="http://schemas.microsoft.com/office/drawing/2014/main" id="{DEADE9C3-8A16-41BA-A0EF-D9CC3177812F}"/>
              </a:ext>
            </a:extLst>
          </p:cNvPr>
          <p:cNvCxnSpPr>
            <a:stCxn id="20" idx="1"/>
            <a:endCxn id="8" idx="2"/>
          </p:cNvCxnSpPr>
          <p:nvPr/>
        </p:nvCxnSpPr>
        <p:spPr>
          <a:xfrm rot="10800000">
            <a:off x="7296325" y="3370729"/>
            <a:ext cx="742775" cy="1063868"/>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0467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he figure shows the estimated impact of intervention on number of Ebola cases and daily number of beds in use in Liberia and Sierra Leone combined during 2014, with and without correction for underreporting, according to the EbolaResponse modeling tool. The EbolaResponse modeling tool was used to construct a scenario to illustrate how control and prevention interventions. The interventions affect the cumulative numbers of cases of Ebola and daily beds in use.">
            <a:extLst>
              <a:ext uri="{FF2B5EF4-FFF2-40B4-BE49-F238E27FC236}">
                <a16:creationId xmlns:a16="http://schemas.microsoft.com/office/drawing/2014/main" id="{073158CA-AB7A-4E9F-BABD-E084C93B215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74492" y="3216484"/>
            <a:ext cx="9669685" cy="316944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The figure shows the estimated number of Ebola cases and daily number of beds in use Liberia and Sierra Leone combined during 2014, with and without correction for underreporting, according to the EbolaResponse modeling tool.">
            <a:extLst>
              <a:ext uri="{FF2B5EF4-FFF2-40B4-BE49-F238E27FC236}">
                <a16:creationId xmlns:a16="http://schemas.microsoft.com/office/drawing/2014/main" id="{1752E12F-9A04-47A1-887A-9109348572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4492" y="58565"/>
            <a:ext cx="9612059" cy="315791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63CF580-8CBD-466C-AF04-4FA92151C525}"/>
              </a:ext>
            </a:extLst>
          </p:cNvPr>
          <p:cNvSpPr txBox="1"/>
          <p:nvPr/>
        </p:nvSpPr>
        <p:spPr>
          <a:xfrm>
            <a:off x="0" y="2800985"/>
            <a:ext cx="1780953" cy="830997"/>
          </a:xfrm>
          <a:prstGeom prst="rect">
            <a:avLst/>
          </a:prstGeom>
          <a:noFill/>
        </p:spPr>
        <p:txBody>
          <a:bodyPr wrap="square" rtlCol="0">
            <a:spAutoFit/>
          </a:bodyPr>
          <a:lstStyle/>
          <a:p>
            <a:pPr algn="ctr"/>
            <a:r>
              <a:rPr lang="en-US" sz="2400" dirty="0"/>
              <a:t>Intervention</a:t>
            </a:r>
          </a:p>
          <a:p>
            <a:pPr algn="ctr"/>
            <a:r>
              <a:rPr lang="en-US" sz="2400" dirty="0"/>
              <a:t>axis</a:t>
            </a:r>
          </a:p>
        </p:txBody>
      </p:sp>
      <p:sp>
        <p:nvSpPr>
          <p:cNvPr id="6" name="Left Brace 5">
            <a:extLst>
              <a:ext uri="{FF2B5EF4-FFF2-40B4-BE49-F238E27FC236}">
                <a16:creationId xmlns:a16="http://schemas.microsoft.com/office/drawing/2014/main" id="{FADF9DC5-CECD-4377-8CED-B2794DCB24ED}"/>
              </a:ext>
            </a:extLst>
          </p:cNvPr>
          <p:cNvSpPr/>
          <p:nvPr/>
        </p:nvSpPr>
        <p:spPr>
          <a:xfrm>
            <a:off x="1935983" y="1164400"/>
            <a:ext cx="324293" cy="4210493"/>
          </a:xfrm>
          <a:prstGeom prst="leftBrace">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Left Brace 8">
            <a:extLst>
              <a:ext uri="{FF2B5EF4-FFF2-40B4-BE49-F238E27FC236}">
                <a16:creationId xmlns:a16="http://schemas.microsoft.com/office/drawing/2014/main" id="{906BCB75-AB3C-4827-B92F-005C134282D3}"/>
              </a:ext>
            </a:extLst>
          </p:cNvPr>
          <p:cNvSpPr/>
          <p:nvPr/>
        </p:nvSpPr>
        <p:spPr>
          <a:xfrm rot="16200000">
            <a:off x="9655361" y="4054684"/>
            <a:ext cx="324293" cy="4210493"/>
          </a:xfrm>
          <a:prstGeom prst="leftBrace">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EF9B8FF9-1CE1-4F24-A62C-46F7345374A6}"/>
              </a:ext>
            </a:extLst>
          </p:cNvPr>
          <p:cNvSpPr txBox="1"/>
          <p:nvPr/>
        </p:nvSpPr>
        <p:spPr>
          <a:xfrm>
            <a:off x="8720925" y="6396335"/>
            <a:ext cx="2193164" cy="461665"/>
          </a:xfrm>
          <a:prstGeom prst="rect">
            <a:avLst/>
          </a:prstGeom>
          <a:noFill/>
        </p:spPr>
        <p:txBody>
          <a:bodyPr wrap="none" rtlCol="0">
            <a:spAutoFit/>
          </a:bodyPr>
          <a:lstStyle/>
          <a:p>
            <a:r>
              <a:rPr lang="en-US" sz="2400" dirty="0"/>
              <a:t>preparation axis</a:t>
            </a:r>
          </a:p>
        </p:txBody>
      </p:sp>
      <p:sp>
        <p:nvSpPr>
          <p:cNvPr id="13" name="TextBox 12">
            <a:extLst>
              <a:ext uri="{FF2B5EF4-FFF2-40B4-BE49-F238E27FC236}">
                <a16:creationId xmlns:a16="http://schemas.microsoft.com/office/drawing/2014/main" id="{74B92BF0-C063-4881-9482-481C86C315EC}"/>
              </a:ext>
            </a:extLst>
          </p:cNvPr>
          <p:cNvSpPr txBox="1"/>
          <p:nvPr/>
        </p:nvSpPr>
        <p:spPr>
          <a:xfrm>
            <a:off x="0" y="6550223"/>
            <a:ext cx="2762295" cy="307777"/>
          </a:xfrm>
          <a:prstGeom prst="rect">
            <a:avLst/>
          </a:prstGeom>
          <a:noFill/>
        </p:spPr>
        <p:txBody>
          <a:bodyPr wrap="none" rtlCol="0">
            <a:spAutoFit/>
          </a:bodyPr>
          <a:lstStyle/>
          <a:p>
            <a:r>
              <a:rPr lang="en-US" sz="1400" dirty="0">
                <a:latin typeface="Courier New" panose="02070309020205020404" pitchFamily="49" charset="0"/>
                <a:cs typeface="Courier New" panose="02070309020205020404" pitchFamily="49" charset="0"/>
              </a:rPr>
              <a:t>Meltzer et al. MMWR 2014</a:t>
            </a:r>
          </a:p>
        </p:txBody>
      </p:sp>
    </p:spTree>
    <p:extLst>
      <p:ext uri="{BB962C8B-B14F-4D97-AF65-F5344CB8AC3E}">
        <p14:creationId xmlns:p14="http://schemas.microsoft.com/office/powerpoint/2010/main" val="2343905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5324</TotalTime>
  <Words>1580</Words>
  <Application>Microsoft Office PowerPoint</Application>
  <PresentationFormat>Widescreen</PresentationFormat>
  <Paragraphs>156</Paragraphs>
  <Slides>36</Slides>
  <Notes>10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36</vt:i4>
      </vt:variant>
    </vt:vector>
  </HeadingPairs>
  <TitlesOfParts>
    <vt:vector size="47" baseType="lpstr">
      <vt:lpstr>Aptos</vt:lpstr>
      <vt:lpstr>Aptos Display</vt:lpstr>
      <vt:lpstr>Arial</vt:lpstr>
      <vt:lpstr>Cambria Math</vt:lpstr>
      <vt:lpstr>Courier New</vt:lpstr>
      <vt:lpstr>Garamond</vt:lpstr>
      <vt:lpstr>Helvetica</vt:lpstr>
      <vt:lpstr>Helvetica Light</vt:lpstr>
      <vt:lpstr>Source Sans Pro</vt:lpstr>
      <vt:lpstr>Source Sans Pro SemiBold</vt:lpstr>
      <vt:lpstr>Office Theme</vt:lpstr>
      <vt:lpstr>PowerPoint Presentation</vt:lpstr>
      <vt:lpstr>Clarification: What is a planning scenario?</vt:lpstr>
      <vt:lpstr>Planning scenarios are conditional forecasts</vt:lpstr>
      <vt:lpstr>PowerPoint Presentation</vt:lpstr>
      <vt:lpstr>Why would we want to do this?</vt:lpstr>
      <vt:lpstr>Why would we want to do this?</vt:lpstr>
      <vt:lpstr>Challenge: Planning scenarios are inherently counterfactual, so how do we evaluate them (i.e., hold ourselves accountable).</vt:lpstr>
      <vt:lpstr>PowerPoint Presentation</vt:lpstr>
      <vt:lpstr>Conjecture: A full set of planning scenarios should be evaluated in relation to how useful it is.</vt:lpstr>
      <vt:lpstr>Conjecture: A predictive model is only useful if it helps use respond to future events.</vt:lpstr>
      <vt:lpstr>Response is about modifying a utility function.</vt:lpstr>
      <vt:lpstr>Two types of response</vt:lpstr>
      <vt:lpstr>PowerPoint Presentation</vt:lpstr>
      <vt:lpstr>PowerPoint Presentation</vt:lpstr>
      <vt:lpstr>PowerPoint Presentation</vt:lpstr>
      <vt:lpstr>Argument: Regardless of the complications the full set of scenarios should be evaluated in the context of decision theory and value of information.</vt:lpstr>
      <vt:lpstr>PowerPoint Presentation</vt:lpstr>
      <vt:lpstr>PowerPoint Presentation</vt:lpstr>
      <vt:lpstr>Argument: Wrong projections of the counterfactual scenarios can lead to wrong decisions.</vt:lpstr>
      <vt:lpstr>PowerPoint Presentation</vt:lpstr>
      <vt:lpstr>PowerPoint Presentation</vt:lpstr>
      <vt:lpstr>PowerPoint Presentation</vt:lpstr>
      <vt:lpstr>PowerPoint Presentation</vt:lpstr>
      <vt:lpstr>PowerPoint Presentation</vt:lpstr>
      <vt:lpstr>Caution: Being optimal isn’t everything.</vt:lpstr>
      <vt:lpstr>PowerPoint Presentation</vt:lpstr>
      <vt:lpstr>PowerPoint Presentation</vt:lpstr>
      <vt:lpstr>PowerPoint Presentation</vt:lpstr>
      <vt:lpstr>PowerPoint Presentation</vt:lpstr>
      <vt:lpstr>What next? </vt:lpstr>
      <vt:lpstr>Some directions…</vt:lpstr>
      <vt:lpstr>PowerPoint Presentation</vt:lpstr>
      <vt:lpstr>Backup</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Lessler, Justin Thomas</dc:creator>
  <cp:lastModifiedBy>Lessler, Justin Thomas</cp:lastModifiedBy>
  <cp:revision>18</cp:revision>
  <dcterms:created xsi:type="dcterms:W3CDTF">2024-08-05T15:25:55Z</dcterms:created>
  <dcterms:modified xsi:type="dcterms:W3CDTF">2024-08-09T08:10:21Z</dcterms:modified>
</cp:coreProperties>
</file>